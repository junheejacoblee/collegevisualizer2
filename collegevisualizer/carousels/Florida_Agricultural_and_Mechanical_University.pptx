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Agricultural and Mechanical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Tallahassee,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$17,725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871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54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$23,548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099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5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5718" cy="164592"/>
          </a:xfrm>
          <a:prstGeom prst="roundRect">
            <a:avLst>
              <a:gd name="adj" fmla="val 2348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390" cy="164592"/>
          </a:xfrm>
          <a:prstGeom prst="roundRect">
            <a:avLst>
              <a:gd name="adj" fmla="val 4726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2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1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5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09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