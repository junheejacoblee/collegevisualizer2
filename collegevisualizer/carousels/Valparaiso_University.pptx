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Valparaiso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Valparaiso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Valparaiso, IN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2,083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Valparaiso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$48,450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217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$26,942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067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Valparaiso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$63,191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$55,216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Valparaiso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Valparaiso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8996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616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33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73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13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Valparaiso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504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178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849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763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Valparaiso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Valparaiso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