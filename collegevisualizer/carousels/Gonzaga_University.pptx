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Gonzaga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Gonzaga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Spokane, WA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Gonzaga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$55,480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$35,119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120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$24,454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492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Gonzaga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$78,892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$66,525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Gonzaga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Gonzaga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63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670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7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05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6098" cy="164592"/>
          </a:xfrm>
          <a:prstGeom prst="roundRect">
            <a:avLst>
              <a:gd name="adj" fmla="val 4248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Gonzaga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52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5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4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4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Gonzaga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Gonzaga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