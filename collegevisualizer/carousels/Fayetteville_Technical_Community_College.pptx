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Fayetteville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Fayetteville Technical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Fayetteville,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9,471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Fayetteville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$8,772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271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$3,589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23851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Fayetteville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$31,861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$28,528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Fayetteville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Fayetteville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6157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751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203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59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55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Fayetteville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682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601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Fayetteville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Fayetteville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