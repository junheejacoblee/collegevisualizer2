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Brenau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Brenau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Gainesville,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Brenau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$34,027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070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489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Brenau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$54,003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$41,664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Brenau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Brenau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91%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25640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78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90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2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3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Brenau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60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940" cy="164592"/>
          </a:xfrm>
          <a:prstGeom prst="roundRect">
            <a:avLst>
              <a:gd name="adj" fmla="val 65384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Brenau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Brenau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