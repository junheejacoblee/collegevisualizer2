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Allegheny County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744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020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44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83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3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8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3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03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