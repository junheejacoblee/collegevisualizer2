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Hays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Hays, KS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9,733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$17,741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35262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$12,569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7523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$48,928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$44,428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9548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812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20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17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42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743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110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741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318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