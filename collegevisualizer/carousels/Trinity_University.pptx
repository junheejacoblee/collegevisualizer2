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$53,676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$23,464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347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$22,954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970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$71,668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$55,224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59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526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88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9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0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38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51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429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034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