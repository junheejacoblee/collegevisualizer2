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Gilroy,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195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66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905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0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9281" cy="164592"/>
          </a:xfrm>
          <a:prstGeom prst="roundRect">
            <a:avLst>
              <a:gd name="adj" fmla="val 2296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40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3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8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7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Gavilan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Gavilan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