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Knoxville,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128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485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95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4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7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5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7364" cy="164592"/>
          </a:xfrm>
          <a:prstGeom prst="roundRect">
            <a:avLst>
              <a:gd name="adj" fmla="val 2871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19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07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Pellissippi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Pellissippi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