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Paradise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Paradise Valley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Phoenix, AZ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5,117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Paradise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$8,958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1870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$12,180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$6,995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791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Paradise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$47,196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$41,597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Paradise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Paradise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073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072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134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36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904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Paradise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036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033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85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9889" cy="164592"/>
          </a:xfrm>
          <a:prstGeom prst="roundRect">
            <a:avLst>
              <a:gd name="adj" fmla="val 2815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Paradise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Paradise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