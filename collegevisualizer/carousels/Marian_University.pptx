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Marian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Marian University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Indianapolis, IN  ·  Private Nonprofit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67%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Enrollment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2,266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67%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Marian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$40,664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$24,018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343973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$27,000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2634994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Marian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$58,759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$55,704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+5%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Marian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Marian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57%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43%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318372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56%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122872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107513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42015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17943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Marian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47.7%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09551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15.7%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04667" cy="164592"/>
          </a:xfrm>
          <a:prstGeom prst="roundRect">
            <a:avLst>
              <a:gd name="adj" fmla="val 34945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1.5%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76756" cy="164592"/>
          </a:xfrm>
          <a:prstGeom prst="roundRect">
            <a:avLst>
              <a:gd name="adj" fmla="val 4765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1.1%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55822" cy="164592"/>
          </a:xfrm>
          <a:prstGeom prst="roundRect">
            <a:avLst>
              <a:gd name="adj" fmla="val 65523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Marian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Marian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2026-06-11T21:08:36Z</dcterms:created>
  <dcterms:modified xsi:type="dcterms:W3CDTF">2026-06-11T21:08:36Z</dcterms:modified>
</cp:coreProperties>
</file>