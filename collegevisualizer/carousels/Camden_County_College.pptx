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County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Blackwood,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787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078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89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21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41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6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4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3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74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188" cy="164592"/>
          </a:xfrm>
          <a:prstGeom prst="roundRect">
            <a:avLst>
              <a:gd name="adj" fmla="val 7436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Camden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