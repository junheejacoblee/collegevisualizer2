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River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Pierce,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11,822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$3,815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841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$8,023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2118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$38,315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$33,822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9982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623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132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94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6774" cy="164592"/>
          </a:xfrm>
          <a:prstGeom prst="roundRect">
            <a:avLst>
              <a:gd name="adj" fmla="val 3779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514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606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