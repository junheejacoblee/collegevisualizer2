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9852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7814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$10,670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$43,958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$38,470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644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757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91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1104" cy="164592"/>
          </a:xfrm>
          <a:prstGeom prst="roundRect">
            <a:avLst>
              <a:gd name="adj" fmla="val 2789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4621" cy="164592"/>
          </a:xfrm>
          <a:prstGeom prst="roundRect">
            <a:avLst>
              <a:gd name="adj" fmla="val 2935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52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834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Midland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