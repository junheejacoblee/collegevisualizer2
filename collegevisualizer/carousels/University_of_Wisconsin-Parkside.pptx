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Wisconsin-Parkside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Kenosha,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$17,429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753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977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$42,154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17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28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75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33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4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25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22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833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54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