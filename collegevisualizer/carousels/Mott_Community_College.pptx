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Mott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Flint,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983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$5,687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360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$27,146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78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594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14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80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3867" cy="164592"/>
          </a:xfrm>
          <a:prstGeom prst="roundRect">
            <a:avLst>
              <a:gd name="adj" fmla="val 5726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902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158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