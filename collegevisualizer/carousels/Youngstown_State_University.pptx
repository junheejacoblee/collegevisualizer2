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Youngstown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Youngstown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Youngstown, OH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7,961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Youngstown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$11,473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89710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$12,767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1107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Youngstown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$41,544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$37,590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Youngstown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Youngstown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9025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058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073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383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1808" cy="164592"/>
          </a:xfrm>
          <a:prstGeom prst="roundRect">
            <a:avLst>
              <a:gd name="adj" fmla="val 3592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Youngstown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108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435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196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297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Youngstown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Youngstown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