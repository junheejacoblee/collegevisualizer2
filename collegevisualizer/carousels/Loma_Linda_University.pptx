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Linda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Linda,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$20,854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$89,816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$88,185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476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51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56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6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