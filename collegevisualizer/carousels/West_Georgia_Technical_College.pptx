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Georgia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Waco,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353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776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862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49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3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71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507" cy="164592"/>
          </a:xfrm>
          <a:prstGeom prst="roundRect">
            <a:avLst>
              <a:gd name="adj" fmla="val 353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25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5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