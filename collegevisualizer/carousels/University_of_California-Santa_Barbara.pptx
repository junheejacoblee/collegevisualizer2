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California-Santa Barbara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Barbara,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23,113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$50,614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$16,109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26306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$13,993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09715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$74,915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$56,852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363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577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417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434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75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255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253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377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5077" cy="164592"/>
          </a:xfrm>
          <a:prstGeom prst="roundRect">
            <a:avLst>
              <a:gd name="adj" fmla="val 4871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