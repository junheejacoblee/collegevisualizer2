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Glassboro,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15,841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018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207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$59,988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$50,705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714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1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82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2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7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13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9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67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79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Rowan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