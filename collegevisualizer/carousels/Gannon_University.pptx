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Gannon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Gannon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Erie, PA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2,365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Gannon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$40,656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$22,553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20143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63551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Gannon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$58,845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$55,319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Gannon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Gannon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316633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4060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7473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3914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7305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Gannon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53243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87846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7330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87847" cy="164592"/>
          </a:xfrm>
          <a:prstGeom prst="roundRect">
            <a:avLst>
              <a:gd name="adj" fmla="val 41636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Gannon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Gannon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