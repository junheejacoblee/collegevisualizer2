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Woods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Fulton,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752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$21,983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753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96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13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88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0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6911" cy="164592"/>
          </a:xfrm>
          <a:prstGeom prst="roundRect">
            <a:avLst>
              <a:gd name="adj" fmla="val 5466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86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667" cy="164592"/>
          </a:xfrm>
          <a:prstGeom prst="roundRect">
            <a:avLst>
              <a:gd name="adj" fmla="val 34945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