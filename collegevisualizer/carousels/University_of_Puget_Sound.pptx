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Puget Sound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Tacoma, WA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$62,898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$38,394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24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773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$69,594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21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138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1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6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7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60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34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70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