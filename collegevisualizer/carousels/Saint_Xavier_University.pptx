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Xavier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474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$22,223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245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$58,656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$50,784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27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92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20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1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3170" cy="164592"/>
          </a:xfrm>
          <a:prstGeom prst="roundRect">
            <a:avLst>
              <a:gd name="adj" fmla="val 238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17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43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5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7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