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766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058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18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58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06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8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8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41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70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8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3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Cypress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