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South Florida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Tampa, FL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37,207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$17,324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82200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$9,812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6471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$17,988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$57,743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$48,328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9286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3180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419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672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396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2514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1932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1158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0196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