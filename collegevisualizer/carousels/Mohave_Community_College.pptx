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Mohave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Mohave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Kingman,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Mohave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598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41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Mohave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$33,428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Mohave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Mohave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633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468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0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3075" cy="164592"/>
          </a:xfrm>
          <a:prstGeom prst="roundRect">
            <a:avLst>
              <a:gd name="adj" fmla="val 2556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0956" cy="164592"/>
          </a:xfrm>
          <a:prstGeom prst="roundRect">
            <a:avLst>
              <a:gd name="adj" fmla="val 3296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Mohave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33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93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Mohave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Mohave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