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Beaumont,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$18,745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006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491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$49,652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$47,077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435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948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449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500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30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789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918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276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6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Lamar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