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State University-Northridge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Northridge,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32,691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$7,021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8911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$13,872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4459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$59,115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$44,372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6561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917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265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007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344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428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788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974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280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