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University New Orleans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Orleans, LA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020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869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$52,927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94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75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72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39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3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35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7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1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61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Loyola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