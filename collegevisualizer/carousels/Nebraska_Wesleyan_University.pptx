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Nebraska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Nebraska Wesleyan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Lincoln, NE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Nebraska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$43,572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$18,327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6920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$26,970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564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Nebraska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$56,405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$47,667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Nebraska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Nebraska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79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266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83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13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4717" cy="164592"/>
          </a:xfrm>
          <a:prstGeom prst="roundRect">
            <a:avLst>
              <a:gd name="adj" fmla="val 2932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Nebraska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557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401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509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9154" cy="164592"/>
          </a:xfrm>
          <a:prstGeom prst="roundRect">
            <a:avLst>
              <a:gd name="adj" fmla="val 4102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Nebraska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Nebraska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