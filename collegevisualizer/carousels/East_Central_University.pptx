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Central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Ada, OK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2,467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$17,842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$8,683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3131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$17,671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3046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$44,962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$40,677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5924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100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554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835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4179" cy="164592"/>
          </a:xfrm>
          <a:prstGeom prst="roundRect">
            <a:avLst>
              <a:gd name="adj" fmla="val 6751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564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992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816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4800" cy="164592"/>
          </a:xfrm>
          <a:prstGeom prst="roundRect">
            <a:avLst>
              <a:gd name="adj" fmla="val 4313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