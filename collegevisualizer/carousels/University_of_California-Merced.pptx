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California-Merced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$49,823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544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$16,144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859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$64,368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$48,475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203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666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0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05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3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29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02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07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49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