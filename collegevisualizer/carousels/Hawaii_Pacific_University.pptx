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Hawaii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Hawaii Pacific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Honolulu, HI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$34,392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$29,657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221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385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$59,593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$48,773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86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881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19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13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61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943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9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7820" cy="164592"/>
          </a:xfrm>
          <a:prstGeom prst="roundRect">
            <a:avLst>
              <a:gd name="adj" fmla="val 3104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3093" cy="164592"/>
          </a:xfrm>
          <a:prstGeom prst="roundRect">
            <a:avLst>
              <a:gd name="adj" fmla="val 3547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Hawaii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