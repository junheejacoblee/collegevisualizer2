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Colorado Boulder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Boulder,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31,939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$44,918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931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228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$69,738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$54,939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432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1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1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3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5950" cy="164592"/>
          </a:xfrm>
          <a:prstGeom prst="roundRect">
            <a:avLst>
              <a:gd name="adj" fmla="val 3154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12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31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505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9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