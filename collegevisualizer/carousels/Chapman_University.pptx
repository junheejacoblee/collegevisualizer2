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430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519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$70,070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35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59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39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89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5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2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3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3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