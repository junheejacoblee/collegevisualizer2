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Portland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Portland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Portland, OR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19,531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Portland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$10,440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18725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$10,405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17656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$12,999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Portland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$44,592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$37,160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Portland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Portland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5808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599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725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747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728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Portland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670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5045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295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Portland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Portland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