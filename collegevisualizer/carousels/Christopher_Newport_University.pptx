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Christopher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Christopher Newport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Newport News, VA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4,365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Christopher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$31,178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$23,015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92946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$25,000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8212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Christopher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$60,509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$51,931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Christopher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Christopher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04300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5592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5592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6812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72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Christopher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16661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8028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64719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62407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Christopher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Christopher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