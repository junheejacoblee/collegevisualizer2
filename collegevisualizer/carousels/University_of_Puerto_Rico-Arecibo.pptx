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Puerto Rico-Arecibo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Arecibo, PR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2,669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$5,354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98945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$10,680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7211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$30,512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$19,546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3837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774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195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17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