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Ventura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Ventura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Ventura,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10,150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Ventura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$9,615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74986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$-982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$13,876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Ventura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$43,430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$34,084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Ventura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Ventura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9170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866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889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764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6685" cy="164592"/>
          </a:xfrm>
          <a:prstGeom prst="roundRect">
            <a:avLst>
              <a:gd name="adj" fmla="val 3134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Ventura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139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646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397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799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Ventura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Ventura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