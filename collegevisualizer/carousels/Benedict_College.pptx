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295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284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287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226" cy="164592"/>
          </a:xfrm>
          <a:prstGeom prst="roundRect">
            <a:avLst>
              <a:gd name="adj" fmla="val 2536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4188" cy="164592"/>
          </a:xfrm>
          <a:prstGeom prst="roundRect">
            <a:avLst>
              <a:gd name="adj" fmla="val 2725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811" cy="164592"/>
          </a:xfrm>
          <a:prstGeom prst="roundRect">
            <a:avLst>
              <a:gd name="adj" fmla="val 5917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78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3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5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3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Benedict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