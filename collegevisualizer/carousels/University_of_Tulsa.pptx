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Tulsa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Tulsa, OK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2,813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$50,061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890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043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$61,408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$54,779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232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608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699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687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17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84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948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047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915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