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Connecticut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Connecticut State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Britain, CT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33,645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Connecticut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$15,596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2955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$9,200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409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Connecticut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$41,344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$35,849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Connecticut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Connecticut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479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469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311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27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290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Connecticut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754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060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034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530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Connecticut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Connecticut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