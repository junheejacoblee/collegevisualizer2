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Carroll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Heights,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2,274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$50,500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$28,746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589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4318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$62,860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$53,187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6385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299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38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52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9083" cy="164592"/>
          </a:xfrm>
          <a:prstGeom prst="roundRect">
            <a:avLst>
              <a:gd name="adj" fmla="val 2453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678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861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9074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5833" cy="164592"/>
          </a:xfrm>
          <a:prstGeom prst="roundRect">
            <a:avLst>
              <a:gd name="adj" fmla="val 4261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