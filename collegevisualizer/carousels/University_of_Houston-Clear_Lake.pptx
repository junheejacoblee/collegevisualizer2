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Houston-Clear Lake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51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$17,831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514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$59,004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866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47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0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21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0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13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4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69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03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