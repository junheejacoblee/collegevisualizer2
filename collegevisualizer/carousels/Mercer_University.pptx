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Macon,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$42,312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$23,847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366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$24,199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696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4505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055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305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580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4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103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072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123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10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