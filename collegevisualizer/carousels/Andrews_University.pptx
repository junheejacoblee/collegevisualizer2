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Berrien Springs,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203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433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29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58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41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8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7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0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2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Andrews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