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Southern Mississippi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Hattiesburg,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161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$21,708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2880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$44,140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$37,710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15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040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4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1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5594" cy="164592"/>
          </a:xfrm>
          <a:prstGeom prst="roundRect">
            <a:avLst>
              <a:gd name="adj" fmla="val 346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63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994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29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