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936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222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$14,967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92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07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832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3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4509" cy="164592"/>
          </a:xfrm>
          <a:prstGeom prst="roundRect">
            <a:avLst>
              <a:gd name="adj" fmla="val 5669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9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97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Kilgore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Kilgore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