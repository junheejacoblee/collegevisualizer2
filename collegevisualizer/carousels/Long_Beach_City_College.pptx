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Beach City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Beach,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22,427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$12,544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621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218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09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25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4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48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26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81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851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59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1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