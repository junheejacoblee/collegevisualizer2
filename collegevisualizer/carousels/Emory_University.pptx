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Emory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Emory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$64,280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943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267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$80,137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$74,980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51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775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79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406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09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15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8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7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76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