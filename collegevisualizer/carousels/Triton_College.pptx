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Grove,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712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$9,413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367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769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82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27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45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0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40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0020" cy="164592"/>
          </a:xfrm>
          <a:prstGeom prst="roundRect">
            <a:avLst>
              <a:gd name="adj" fmla="val 22857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