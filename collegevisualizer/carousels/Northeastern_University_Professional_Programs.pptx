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University Professional Programs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$92,538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$78,413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73936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76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42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244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736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44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252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632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