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Lafayette,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44,503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22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75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$72,424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$60,838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7631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64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6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5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1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42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14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5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57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Purdue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