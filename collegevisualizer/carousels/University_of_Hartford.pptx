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Hartford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Hartford, CT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4,146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$49,075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$30,282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4878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8338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$60,823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$42,581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8504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583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161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45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29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744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449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170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211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