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Parkville, MO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026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489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$21,685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$56,309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$50,550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711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9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027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676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95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26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07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3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909" cy="164592"/>
          </a:xfrm>
          <a:prstGeom prst="roundRect">
            <a:avLst>
              <a:gd name="adj" fmla="val 7967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