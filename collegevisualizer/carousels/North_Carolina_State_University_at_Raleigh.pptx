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Carolina State University at Raleigh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Raleigh,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27,371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$32,847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905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309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$68,758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$57,623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22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3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1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9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0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9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5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9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