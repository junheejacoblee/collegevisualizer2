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Columbus, OH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1,585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$43,234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$22,576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7227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$26,889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681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$54,143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$45,767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9576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622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225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751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3609" cy="164592"/>
          </a:xfrm>
          <a:prstGeom prst="roundRect">
            <a:avLst>
              <a:gd name="adj" fmla="val 2546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015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914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186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186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Capital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