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Rico-Bayamon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Bayamon,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706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265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$29,936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4568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00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81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17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