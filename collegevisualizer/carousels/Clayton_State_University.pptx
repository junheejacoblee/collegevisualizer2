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Clayton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Clayton 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Morrow, GA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4,348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Clayton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$16,532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5221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$8,365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29139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$25,706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Clayton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$49,179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$41,633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Clayton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Clayton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70%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405057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7762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375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190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96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Clayton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403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681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6804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5204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Clayton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Clayton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