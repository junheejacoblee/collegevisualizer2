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Lipscomb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Lipscomb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Nashville, TN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2,997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Lipscomb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$40,572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$24,739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1981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0736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Lipscomb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$55,541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$50,454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Lipscomb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Lipscomb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183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521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57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30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59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Lipscomb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891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153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60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072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Lipscomb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Lipscomb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