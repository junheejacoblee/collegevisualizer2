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Valley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Allendale,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18,854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9033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$16,317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430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$56,118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021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766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2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9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9069" cy="164592"/>
          </a:xfrm>
          <a:prstGeom prst="roundRect">
            <a:avLst>
              <a:gd name="adj" fmla="val 2299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02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7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01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23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