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Conway,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607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582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78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70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67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6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2009" cy="164592"/>
          </a:xfrm>
          <a:prstGeom prst="roundRect">
            <a:avLst>
              <a:gd name="adj" fmla="val 3975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3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9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Horry-Georgetown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Horry-Georgetown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