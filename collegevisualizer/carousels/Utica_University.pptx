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Utica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Utica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Utica,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2,278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Utica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$19,108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1582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156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Utica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$63,277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$57,422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Utica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Utica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117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827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31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32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75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Utica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823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7149" cy="164592"/>
          </a:xfrm>
          <a:prstGeom prst="roundRect">
            <a:avLst>
              <a:gd name="adj" fmla="val 31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Utica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Utica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