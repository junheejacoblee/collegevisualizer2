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Mary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Bismarck, ND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2,416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$22,356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69665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$17,770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93834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$60,909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$50,191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60704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6272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42149" cy="164592"/>
          </a:xfrm>
          <a:prstGeom prst="roundRect">
            <a:avLst>
              <a:gd name="adj" fmla="val 25731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40035" cy="164592"/>
          </a:xfrm>
          <a:prstGeom prst="roundRect">
            <a:avLst>
              <a:gd name="adj" fmla="val 26119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85078" cy="164592"/>
          </a:xfrm>
          <a:prstGeom prst="roundRect">
            <a:avLst>
              <a:gd name="adj" fmla="val 42991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9307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860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356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914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