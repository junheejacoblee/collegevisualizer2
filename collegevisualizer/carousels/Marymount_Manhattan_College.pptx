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Manhattan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$41,870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937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06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83%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17%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7903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49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9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3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3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3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Marymount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Marymount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