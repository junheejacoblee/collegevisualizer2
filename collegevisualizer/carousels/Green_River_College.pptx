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River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Auburn, WA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4,965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$5,263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51316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$13,803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$11,891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41877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$50,712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$43,127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7865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5260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1312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4834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3108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1660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3542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435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21771" cy="164592"/>
          </a:xfrm>
          <a:prstGeom prst="roundRect">
            <a:avLst>
              <a:gd name="adj" fmla="val 30037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