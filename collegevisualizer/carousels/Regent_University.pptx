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Beach, VA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019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$19,923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226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$24,534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$44,498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491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040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911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69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66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886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82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9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5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Regent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