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282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$3,258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147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38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38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5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08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4480" cy="164592"/>
          </a:xfrm>
          <a:prstGeom prst="roundRect">
            <a:avLst>
              <a:gd name="adj" fmla="val 2719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40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8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Savannah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