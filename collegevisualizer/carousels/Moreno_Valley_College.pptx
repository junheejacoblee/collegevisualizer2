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Moreno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Moreno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Moreno Valley,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Moreno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585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Moreno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$52,133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$31,830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Moreno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Moreno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63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07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1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2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64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Moreno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341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41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8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3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Moreno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Moreno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