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15,109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071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60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56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3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2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4600" cy="164592"/>
          </a:xfrm>
          <a:prstGeom prst="roundRect">
            <a:avLst>
              <a:gd name="adj" fmla="val 252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2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4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8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8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Modesto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