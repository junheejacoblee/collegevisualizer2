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Valley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 Claire,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$7,087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893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929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08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76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3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2047" cy="164592"/>
          </a:xfrm>
          <a:prstGeom prst="roundRect">
            <a:avLst>
              <a:gd name="adj" fmla="val 445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0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1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Chippewa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Chippewa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