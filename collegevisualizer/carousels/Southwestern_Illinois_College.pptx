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Illinois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Belleville,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576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$6,908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291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79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35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2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8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811" cy="164592"/>
          </a:xfrm>
          <a:prstGeom prst="roundRect">
            <a:avLst>
              <a:gd name="adj" fmla="val 5917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95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6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