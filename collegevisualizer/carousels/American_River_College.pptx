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River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25,621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1617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276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583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154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943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380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312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77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103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111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9849" cy="164592"/>
          </a:xfrm>
          <a:prstGeom prst="roundRect">
            <a:avLst>
              <a:gd name="adj" fmla="val 2615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