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Evergreen State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Olympia, WA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2,160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$31,905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$24,319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024913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54988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$45,320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$34,774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2939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1268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825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10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50050" cy="164592"/>
          </a:xfrm>
          <a:prstGeom prst="roundRect">
            <a:avLst>
              <a:gd name="adj" fmla="val 24376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6287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455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8326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