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College of Pennsylvania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$25,588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056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3228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$61,012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$50,940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09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8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95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72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3320" cy="164592"/>
          </a:xfrm>
          <a:prstGeom prst="roundRect">
            <a:avLst>
              <a:gd name="adj" fmla="val 2965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641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583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74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81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