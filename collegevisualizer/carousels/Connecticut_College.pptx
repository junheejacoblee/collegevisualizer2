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Connecticut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Connecticut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London, CT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1432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1432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1,937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Connecticut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$67,242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$36,175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134980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$23,500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38692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Connecticut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$75,001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$49,165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+53%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Connecticut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Connecticut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61%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39%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516640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70175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9265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4875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9814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Connecticut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26.8%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94387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7.6%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36016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2.9%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Connecticut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Connecticut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