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Quinnipiac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Quinnipiac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Hamden, CT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1242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1242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6,531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Quinnipiac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$55,480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$40,675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909491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$26,000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1859785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Quinnipiac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$83,759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$65,744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+27%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Quinnipiac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Quinnipiac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60%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40%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477798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68104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2851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9538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6506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Quinnipiac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36.9%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81304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20.1%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35178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3.9%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31570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3.5%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23452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2.6%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Quinnipiac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Quinnipiac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2026-06-11T21:08:35Z</dcterms:created>
  <dcterms:modified xsi:type="dcterms:W3CDTF">2026-06-11T21:08:35Z</dcterms:modified>
</cp:coreProperties>
</file>