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Chula Vista,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18,614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$10,640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3239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$12,671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4093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$40,060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$33,970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4532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840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159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55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10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254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409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450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247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Southwestern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