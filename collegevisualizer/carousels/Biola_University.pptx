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Mirada, CA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3,474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$48,984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$31,495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5160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$23,875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3426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$56,778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$45,752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7402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375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588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585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339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239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885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276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464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