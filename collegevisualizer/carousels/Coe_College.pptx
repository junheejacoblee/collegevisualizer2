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Cedar Rapids, IA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$54,666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$18,745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6079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6007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$57,125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$47,136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7372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966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664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1078" cy="164592"/>
          </a:xfrm>
          <a:prstGeom prst="roundRect">
            <a:avLst>
              <a:gd name="adj" fmla="val 3618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5209" cy="164592"/>
          </a:xfrm>
          <a:prstGeom prst="roundRect">
            <a:avLst>
              <a:gd name="adj" fmla="val 3841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564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013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570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3031" cy="164592"/>
          </a:xfrm>
          <a:prstGeom prst="roundRect">
            <a:avLst>
              <a:gd name="adj" fmla="val 23901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