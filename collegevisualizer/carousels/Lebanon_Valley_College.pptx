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Annville,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558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574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30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74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2478" cy="164592"/>
          </a:xfrm>
          <a:prstGeom prst="roundRect">
            <a:avLst>
              <a:gd name="adj" fmla="val 2251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2665" cy="164592"/>
          </a:xfrm>
          <a:prstGeom prst="roundRect">
            <a:avLst>
              <a:gd name="adj" fmla="val 2757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5462" cy="164592"/>
          </a:xfrm>
          <a:prstGeom prst="roundRect">
            <a:avLst>
              <a:gd name="adj" fmla="val 4279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71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182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14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3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Lebanon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