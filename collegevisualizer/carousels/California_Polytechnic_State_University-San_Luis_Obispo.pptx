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Polytechnic State University-San Luis Obispo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Luis Obispo,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21,996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$34,665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$16,665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0783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11790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$90,768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$72,358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4560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2026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2186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091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6296" cy="164592"/>
          </a:xfrm>
          <a:prstGeom prst="roundRect">
            <a:avLst>
              <a:gd name="adj" fmla="val 55171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7346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656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875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56264" cy="164592"/>
          </a:xfrm>
          <a:prstGeom prst="roundRect">
            <a:avLst>
              <a:gd name="adj" fmla="val 23407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California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