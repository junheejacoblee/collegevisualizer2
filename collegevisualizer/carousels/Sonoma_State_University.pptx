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Sonoma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Sonoma State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Rohnert Park, CA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5,166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Sonoma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$21,224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$12,885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409257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$16,705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12352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Sonoma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$65,986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$52,179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+26%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Sonoma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Sonoma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60%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40%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454029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90873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62324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44126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8765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Sonoma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20.0%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56435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9.4%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61575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3.7%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59911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48262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2.9%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Sonoma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Sonoma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