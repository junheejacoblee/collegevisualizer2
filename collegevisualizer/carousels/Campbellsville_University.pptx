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Campbellsville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Campbellsville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Campbellsville, KY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Campbellsville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$27,998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$19,341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414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$17,156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317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Campbellsville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$41,583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Campbellsville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Campbellsville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721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4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0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3107" cy="164592"/>
          </a:xfrm>
          <a:prstGeom prst="roundRect">
            <a:avLst>
              <a:gd name="adj" fmla="val 2971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0284" cy="164592"/>
          </a:xfrm>
          <a:prstGeom prst="roundRect">
            <a:avLst>
              <a:gd name="adj" fmla="val 6067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Campbellsville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042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2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2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Campbellsville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Campbellsville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