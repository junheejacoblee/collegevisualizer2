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Ivy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Ivy Tech Community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Indianapolis, IN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58,267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Ivy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$9,935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675492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$7,258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685126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$10,727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Ivy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$37,186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$32,680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+14%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Ivy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Ivy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55%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45%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208224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98471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26229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22783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55078" cy="164592"/>
          </a:xfrm>
          <a:prstGeom prst="roundRect">
            <a:avLst>
              <a:gd name="adj" fmla="val 23586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Ivy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31.2%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50418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14.1%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54406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5.1%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45720" cy="164592"/>
          </a:xfrm>
          <a:prstGeom prst="roundRect">
            <a:avLst>
              <a:gd name="adj" fmla="val 80000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0.2%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Ivy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Ivy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2026-06-11T21:08:40Z</dcterms:created>
  <dcterms:modified xsi:type="dcterms:W3CDTF">2026-06-11T21:08:40Z</dcterms:modified>
</cp:coreProperties>
</file>