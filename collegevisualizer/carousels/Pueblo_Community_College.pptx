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0839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485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$33,368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821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29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36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11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7937" cy="164592"/>
          </a:xfrm>
          <a:prstGeom prst="roundRect">
            <a:avLst>
              <a:gd name="adj" fmla="val 3101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328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81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Pueblo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