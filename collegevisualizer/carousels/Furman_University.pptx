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23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437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$68,635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31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1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6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6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2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3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8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