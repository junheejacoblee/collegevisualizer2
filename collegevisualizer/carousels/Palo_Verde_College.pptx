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Verde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Blythe,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$12,880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912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$36,389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$30,602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85%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8864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96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06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95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6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96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9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9728" cy="164592"/>
          </a:xfrm>
          <a:prstGeom prst="roundRect">
            <a:avLst>
              <a:gd name="adj" fmla="val 3667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