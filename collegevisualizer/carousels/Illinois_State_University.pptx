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19,057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$28,210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$19,398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288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813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$62,117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$50,599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05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299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876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58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87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868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475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780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23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