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Jonesboro, AR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9,110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112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938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795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097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9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5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2451" cy="164592"/>
          </a:xfrm>
          <a:prstGeom prst="roundRect">
            <a:avLst>
              <a:gd name="adj" fmla="val 5856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821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4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68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8872" cy="164592"/>
          </a:xfrm>
          <a:prstGeom prst="roundRect">
            <a:avLst>
              <a:gd name="adj" fmla="val 3076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Arkansas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