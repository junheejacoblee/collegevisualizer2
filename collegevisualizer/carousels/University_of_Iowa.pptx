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Iowa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Iowa City, IA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22,264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$33,371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$22,531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7939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67571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$64,762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$52,696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8416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959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477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153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55656" cy="164592"/>
          </a:xfrm>
          <a:prstGeom prst="roundRect">
            <a:avLst>
              <a:gd name="adj" fmla="val 2349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533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862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052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456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