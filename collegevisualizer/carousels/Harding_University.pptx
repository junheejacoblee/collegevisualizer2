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Harding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Searcy, AR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328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140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$52,876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$43,555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77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06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6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7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2923" cy="164592"/>
          </a:xfrm>
          <a:prstGeom prst="roundRect">
            <a:avLst>
              <a:gd name="adj" fmla="val 5812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42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072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792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3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Harding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Harding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