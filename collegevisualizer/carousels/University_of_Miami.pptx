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Miami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Gables,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12,913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$62,616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604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091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$75,328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$61,508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18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79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45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42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63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867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099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605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05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