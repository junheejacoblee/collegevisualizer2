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Southwest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87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$28,065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75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225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9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8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99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82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80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8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4773" cy="164592"/>
          </a:xfrm>
          <a:prstGeom prst="roundRect">
            <a:avLst>
              <a:gd name="adj" fmla="val 3186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