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Western Reserve University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Cleveland, OH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1513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87%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1513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6,437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87%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$66,608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$41,190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454095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$24,000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1429917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$87,989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$75,613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+16%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585216" cy="347472"/>
          </a:xfrm>
          <a:prstGeom prst="roundRect">
            <a:avLst>
              <a:gd name="adj" fmla="val 15789"/>
            </a:avLst>
          </a:prstGeom>
          <a:solidFill>
            <a:srgbClr val="384A5E"/>
          </a:solidFill>
          <a:ln w="12700">
            <a:solidFill>
              <a:srgbClr val="F8CDC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1664208"/>
            <a:ext cx="5852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060704" y="1664208"/>
            <a:ext cx="804672" cy="347472"/>
          </a:xfrm>
          <a:prstGeom prst="roundRect">
            <a:avLst>
              <a:gd name="adj" fmla="val 15789"/>
            </a:avLst>
          </a:prstGeom>
          <a:solidFill>
            <a:srgbClr val="384A5E"/>
          </a:solidFill>
          <a:ln w="12700">
            <a:solidFill>
              <a:srgbClr val="F8CDC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60704" y="1664208"/>
            <a:ext cx="804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EDII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993392" y="1664208"/>
            <a:ext cx="585216" cy="347472"/>
          </a:xfrm>
          <a:prstGeom prst="roundRect">
            <a:avLst>
              <a:gd name="adj" fmla="val 15789"/>
            </a:avLst>
          </a:prstGeom>
          <a:solidFill>
            <a:srgbClr val="384A5E"/>
          </a:solidFill>
          <a:ln w="12700">
            <a:solidFill>
              <a:srgbClr val="F8CDC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993392" y="1664208"/>
            <a:ext cx="5852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06624" y="1664208"/>
            <a:ext cx="585216" cy="347472"/>
          </a:xfrm>
          <a:prstGeom prst="roundRect">
            <a:avLst>
              <a:gd name="adj" fmla="val 15789"/>
            </a:avLst>
          </a:prstGeom>
          <a:solidFill>
            <a:srgbClr val="384A5E"/>
          </a:solidFill>
          <a:ln w="12700">
            <a:solidFill>
              <a:srgbClr val="F8CDC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06624" y="1664208"/>
            <a:ext cx="5852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RD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48%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52%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2779224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376925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143944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77413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65294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25.1%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21997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9.2%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10063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8.3%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106085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8.0%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75585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5.7%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Case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2026-06-11T21:08:35Z</dcterms:created>
  <dcterms:modified xsi:type="dcterms:W3CDTF">2026-06-11T21:08:35Z</dcterms:modified>
</cp:coreProperties>
</file>