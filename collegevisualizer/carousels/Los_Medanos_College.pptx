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Medanos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Pittsburg,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7,320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$10,320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$7,443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621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$42,454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$35,606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199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411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498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364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139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583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771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929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247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