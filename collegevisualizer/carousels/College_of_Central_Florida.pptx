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Central Florida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Ocala,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$10,517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105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$12,088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9009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$33,267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11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436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33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3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72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111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3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