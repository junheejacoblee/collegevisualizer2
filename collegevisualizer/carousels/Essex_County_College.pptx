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Essex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Essex County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Newark,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Essex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$9,523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$4,436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486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Essex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$30,298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Essex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Essex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09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325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5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21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5699" cy="164592"/>
          </a:xfrm>
          <a:prstGeom prst="roundRect">
            <a:avLst>
              <a:gd name="adj" fmla="val 3161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Essex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22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83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59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4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Essex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Essex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