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Baptist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Riverside, CA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8,179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$41,228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$26,285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53012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$26,063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50875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$61,504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$52,336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0823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8427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519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562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401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8291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2758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883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883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California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