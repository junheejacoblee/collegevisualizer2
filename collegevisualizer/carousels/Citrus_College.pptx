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Citrus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Citrus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Glendora,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8,286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Citrus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$10,636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$4,135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4284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$7,851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2935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Citrus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$42,065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$34,753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Citrus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Citrus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919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931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084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12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75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Citrus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715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763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099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15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Citrus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Citrus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