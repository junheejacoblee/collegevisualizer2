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Colleges of Chicago-Malcolm X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Chicago, IL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6,409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$15,150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$7,220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9125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$8,375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9380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$32,427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$26,891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80%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65870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291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956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52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304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