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Bridgeport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Bridgeport,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59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576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$50,323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120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87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69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3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6943" cy="164592"/>
          </a:xfrm>
          <a:prstGeom prst="roundRect">
            <a:avLst>
              <a:gd name="adj" fmla="val 4753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52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4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5015" cy="164592"/>
          </a:xfrm>
          <a:prstGeom prst="roundRect">
            <a:avLst>
              <a:gd name="adj" fmla="val 2709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