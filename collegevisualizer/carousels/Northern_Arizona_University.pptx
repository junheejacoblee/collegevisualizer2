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Arizona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Flagstaff,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22,903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$29,881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$14,158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03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233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57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49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8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2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0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45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3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17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84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