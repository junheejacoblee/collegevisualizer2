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Peninsula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889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93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32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42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4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3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6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3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0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Monterey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