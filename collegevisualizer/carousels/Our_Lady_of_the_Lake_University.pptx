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Lady of the Lake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Antonio, TX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1,066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$32,106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$16,442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3233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$24,999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09002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$48,675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$41,195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1027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386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279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334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000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948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948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