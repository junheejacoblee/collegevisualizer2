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Virginia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Morgantown, WV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$15,634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6874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211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$55,939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$45,181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693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4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63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0618" cy="164592"/>
          </a:xfrm>
          <a:prstGeom prst="roundRect">
            <a:avLst>
              <a:gd name="adj" fmla="val 2428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8605" cy="164592"/>
          </a:xfrm>
          <a:prstGeom prst="roundRect">
            <a:avLst>
              <a:gd name="adj" fmla="val 4653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823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87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933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99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