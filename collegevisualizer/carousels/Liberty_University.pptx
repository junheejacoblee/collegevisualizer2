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Lynchburg, VA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368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$29,357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119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$39,707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47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735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1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0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0510" cy="164592"/>
          </a:xfrm>
          <a:prstGeom prst="roundRect">
            <a:avLst>
              <a:gd name="adj" fmla="val 2802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58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04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78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02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Liberty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