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Amarillo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Amarillo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Amarillo,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7,399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Amarillo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$4,704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24452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$4,600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21700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Amarillo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$41,302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$34,698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Amarillo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Amarillo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80244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8887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955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689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042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Amarillo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763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910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447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81579" cy="164592"/>
          </a:xfrm>
          <a:prstGeom prst="roundRect">
            <a:avLst>
              <a:gd name="adj" fmla="val 44835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Amarillo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Amarillo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