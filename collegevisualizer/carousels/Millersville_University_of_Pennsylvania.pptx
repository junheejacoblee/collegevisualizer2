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Millersville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Millersville University of Pennsylvania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Millersville, PA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5,728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Millersville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$22,952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87480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$20,787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50930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$23,507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Millersville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$55,246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$44,813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Millersville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60704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Millersville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9025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61665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6675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8454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12997" cy="164592"/>
          </a:xfrm>
          <a:prstGeom prst="roundRect">
            <a:avLst>
              <a:gd name="adj" fmla="val 32369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Millersville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72061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2575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2155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0998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Millersville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Millersville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