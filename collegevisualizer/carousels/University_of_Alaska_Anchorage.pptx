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Alaska Anchorage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Anchorage, AK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478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$20,210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615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09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53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67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53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7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4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2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5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9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