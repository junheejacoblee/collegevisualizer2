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Tarleton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Tarleton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Stephenville,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Tarleton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641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4374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Tarleton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$53,040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Tarleton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Tarleton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34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086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7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2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1944" cy="164592"/>
          </a:xfrm>
          <a:prstGeom prst="roundRect">
            <a:avLst>
              <a:gd name="adj" fmla="val 3978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Tarleton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455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3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4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70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Tarleton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Tarleton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