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Onondaga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Onondaga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Syracuse,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4,456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Onondaga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$11,392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$8,562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8264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8358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Onondaga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$41,190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$34,215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Onondaga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Onondaga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72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280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621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79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592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Onondaga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656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844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392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544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Onondaga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Onondaga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