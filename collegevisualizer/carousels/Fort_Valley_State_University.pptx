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Valley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Valley,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2,684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$16,932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16756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$10,338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2342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$36,666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$28,649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7491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7704" cy="164592"/>
          </a:xfrm>
          <a:prstGeom prst="roundRect">
            <a:avLst>
              <a:gd name="adj" fmla="val 26561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0604" cy="164592"/>
          </a:xfrm>
          <a:prstGeom prst="roundRect">
            <a:avLst>
              <a:gd name="adj" fmla="val 30327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8502" cy="164592"/>
          </a:xfrm>
          <a:prstGeom prst="roundRect">
            <a:avLst>
              <a:gd name="adj" fmla="val 62521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939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547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