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Angola, IN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2,324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$36,560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$25,355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75222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71368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$57,165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$53,010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39%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61%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26268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471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078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08200" cy="164592"/>
          </a:xfrm>
          <a:prstGeom prst="roundRect">
            <a:avLst>
              <a:gd name="adj" fmla="val 33804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9450" cy="164592"/>
          </a:xfrm>
          <a:prstGeom prst="roundRect">
            <a:avLst>
              <a:gd name="adj" fmla="val 52665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2402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908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48401" cy="164592"/>
          </a:xfrm>
          <a:prstGeom prst="roundRect">
            <a:avLst>
              <a:gd name="adj" fmla="val 24647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06001" cy="164592"/>
          </a:xfrm>
          <a:prstGeom prst="roundRect">
            <a:avLst>
              <a:gd name="adj" fmla="val 34505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Trine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