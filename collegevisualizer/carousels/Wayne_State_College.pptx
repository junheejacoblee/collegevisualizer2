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Wayne, NE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$8,216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71606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0821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$47,075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$40,857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17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584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34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9744" cy="164592"/>
          </a:xfrm>
          <a:prstGeom prst="roundRect">
            <a:avLst>
              <a:gd name="adj" fmla="val 2617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853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7565" cy="164592"/>
          </a:xfrm>
          <a:prstGeom prst="roundRect">
            <a:avLst>
              <a:gd name="adj" fmla="val 24786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1169" cy="164592"/>
          </a:xfrm>
          <a:prstGeom prst="roundRect">
            <a:avLst>
              <a:gd name="adj" fmla="val 2788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8377" cy="164592"/>
          </a:xfrm>
          <a:prstGeom prst="roundRect">
            <a:avLst>
              <a:gd name="adj" fmla="val 3717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