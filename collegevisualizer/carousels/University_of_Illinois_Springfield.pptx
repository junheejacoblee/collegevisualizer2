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Illinois Springfield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723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477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09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7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4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1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5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2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1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8873" cy="164592"/>
          </a:xfrm>
          <a:prstGeom prst="roundRect">
            <a:avLst>
              <a:gd name="adj" fmla="val 3359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