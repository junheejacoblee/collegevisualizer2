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Detroit Mercy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Detroit,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4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005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$64,534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66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92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2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9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3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2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69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8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4816" cy="164592"/>
          </a:xfrm>
          <a:prstGeom prst="roundRect">
            <a:avLst>
              <a:gd name="adj" fmla="val 2930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