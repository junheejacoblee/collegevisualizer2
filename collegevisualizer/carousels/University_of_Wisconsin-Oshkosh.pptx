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Wisconsin-Oshkosh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Oshkosh, WI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6,877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$16,446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03562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$14,305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4043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$55,548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$50,140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3894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531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254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781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30864" cy="164592"/>
          </a:xfrm>
          <a:prstGeom prst="roundRect">
            <a:avLst>
              <a:gd name="adj" fmla="val 2795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1867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612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540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59339" cy="164592"/>
          </a:xfrm>
          <a:prstGeom prst="roundRect">
            <a:avLst>
              <a:gd name="adj" fmla="val 22955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