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Southern Idaho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Falls, ID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3,810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$6,840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39306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$6,095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2349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$40,916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$35,642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57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835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0931" cy="164592"/>
          </a:xfrm>
          <a:prstGeom prst="roundRect">
            <a:avLst>
              <a:gd name="adj" fmla="val 2595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03015" cy="164592"/>
          </a:xfrm>
          <a:prstGeom prst="roundRect">
            <a:avLst>
              <a:gd name="adj" fmla="val 35506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4415" cy="164592"/>
          </a:xfrm>
          <a:prstGeom prst="roundRect">
            <a:avLst>
              <a:gd name="adj" fmla="val 4332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909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8654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66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213" cy="164592"/>
          </a:xfrm>
          <a:prstGeom prst="roundRect">
            <a:avLst>
              <a:gd name="adj" fmla="val 5879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