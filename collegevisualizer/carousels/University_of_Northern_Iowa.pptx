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Northern Iowa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 Falls, IA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063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991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$55,177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$47,222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37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1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19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4996" cy="164592"/>
          </a:xfrm>
          <a:prstGeom prst="roundRect">
            <a:avLst>
              <a:gd name="adj" fmla="val 2522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4997" cy="164592"/>
          </a:xfrm>
          <a:prstGeom prst="roundRect">
            <a:avLst>
              <a:gd name="adj" fmla="val 4303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48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7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1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6842" cy="164592"/>
          </a:xfrm>
          <a:prstGeom prst="roundRect">
            <a:avLst>
              <a:gd name="adj" fmla="val 2490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