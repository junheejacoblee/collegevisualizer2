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Plaines,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505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718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415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41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5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59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2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21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861" cy="164592"/>
          </a:xfrm>
          <a:prstGeom prst="roundRect">
            <a:avLst>
              <a:gd name="adj" fmla="val 3626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