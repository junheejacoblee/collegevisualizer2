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Midwestern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Midwestern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Falls,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4,087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Midwestern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$12,530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36449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$11,656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19956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$21,030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Midwestern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$55,747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$46,637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Midwestern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Midwestern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8360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8395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745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778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977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Midwestern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0676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781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63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794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Midwestern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Midwestern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