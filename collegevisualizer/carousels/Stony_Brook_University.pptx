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Stony Brook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Stony Brook,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18,101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$32,741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$18,784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678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$18,228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093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$74,502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$59,492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699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997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29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115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50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396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803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938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425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