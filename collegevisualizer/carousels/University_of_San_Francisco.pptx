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San Francisco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Francisco,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$60,492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$41,431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1802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088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$89,812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$69,951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88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086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961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146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652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213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562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440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44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