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Orono, ME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$36,756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905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992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$48,653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740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71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74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1192" cy="164592"/>
          </a:xfrm>
          <a:prstGeom prst="roundRect">
            <a:avLst>
              <a:gd name="adj" fmla="val 3614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0551" cy="164592"/>
          </a:xfrm>
          <a:prstGeom prst="roundRect">
            <a:avLst>
              <a:gd name="adj" fmla="val 4540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97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163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27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137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