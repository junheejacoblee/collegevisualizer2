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Valley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Appleton,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5,825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$7,283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3375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$10,402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1885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$45,684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$42,285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574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40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85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2960" cy="164592"/>
          </a:xfrm>
          <a:prstGeom prst="roundRect">
            <a:avLst>
              <a:gd name="adj" fmla="val 2244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518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53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Fox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