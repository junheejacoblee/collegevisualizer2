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Oakland,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6,842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29574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$17,110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$37,282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$30,777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493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966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5816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002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228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305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355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62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Laney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