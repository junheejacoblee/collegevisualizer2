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8,969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700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802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$21,797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$52,131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$44,625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038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16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34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39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00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16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855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30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529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Cleveland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Cleveland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