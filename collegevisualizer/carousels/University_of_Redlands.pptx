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Redlands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Redlands,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76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948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$72,690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79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75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7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5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7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8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3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3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4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