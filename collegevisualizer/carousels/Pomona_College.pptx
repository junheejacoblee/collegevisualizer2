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Pomona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Pomona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Claremont,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$65,420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$19,285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698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$11,782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7147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$77,779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$60,850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12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416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301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480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216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627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43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Pomona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