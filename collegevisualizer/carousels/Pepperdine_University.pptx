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Pepperdine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Pepperdine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Malibu, CA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3,553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Pepperdine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$69,918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$58,098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29760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$23,510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33441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Pepperdine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$82,939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$64,934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Pepperdine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Pepperdine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5402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8410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3879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967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469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Pepperdine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379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335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Pepperdine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Pepperdine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