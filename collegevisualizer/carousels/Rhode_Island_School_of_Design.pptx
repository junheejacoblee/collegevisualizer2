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Island School of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973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0924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$68,140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946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16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06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95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7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Rhode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