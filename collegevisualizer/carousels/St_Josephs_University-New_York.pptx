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Joseph's University-New York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667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86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$63,905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499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96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43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1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1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47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6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0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1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