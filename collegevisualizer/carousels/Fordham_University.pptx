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Fordham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Fordham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Bronx,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Fordham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$64,915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$44,338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1054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$24,300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4855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Fordham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$85,569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$68,008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Fordham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Fordham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363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06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719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340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34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Fordham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040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601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227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49592" cy="164592"/>
          </a:xfrm>
          <a:prstGeom prst="roundRect">
            <a:avLst>
              <a:gd name="adj" fmla="val 2445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Fordham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Fordham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