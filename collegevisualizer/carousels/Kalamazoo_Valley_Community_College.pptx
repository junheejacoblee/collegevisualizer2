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Kalamazoo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Kalamazoo Valley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Kalamazoo,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4,997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Kalamazoo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$9,094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209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$2,979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189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$9,699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Kalamazoo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$38,618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$33,553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Kalamazoo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Kalamazoo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8909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388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537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13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2394" cy="164592"/>
          </a:xfrm>
          <a:prstGeom prst="roundRect">
            <a:avLst>
              <a:gd name="adj" fmla="val 2400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Kalamazoo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203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54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14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Kalamazoo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Kalamazoo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