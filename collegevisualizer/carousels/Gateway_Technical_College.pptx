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Technical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Kenosha, WI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4,759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$7,199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20987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$12,928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$12,165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73427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$40,264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$35,333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55838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25304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13883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5734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20699" cy="164592"/>
          </a:xfrm>
          <a:prstGeom prst="roundRect">
            <a:avLst>
              <a:gd name="adj" fmla="val 30303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04629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7294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Gateway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