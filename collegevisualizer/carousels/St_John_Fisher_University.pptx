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John Fisher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2,565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$28,945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887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400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$66,944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$61,198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473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21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37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09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9198" cy="164592"/>
          </a:xfrm>
          <a:prstGeom prst="roundRect">
            <a:avLst>
              <a:gd name="adj" fmla="val 3068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72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24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92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5618" cy="164592"/>
          </a:xfrm>
          <a:prstGeom prst="roundRect">
            <a:avLst>
              <a:gd name="adj" fmla="val 2511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St.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