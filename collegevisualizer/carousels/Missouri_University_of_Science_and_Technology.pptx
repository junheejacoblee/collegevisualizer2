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University of Science and 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Rolla, MO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5,521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$33,248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$16,298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94533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77513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$82,957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$69,295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23%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77%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13304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029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40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41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8554" cy="164592"/>
          </a:xfrm>
          <a:prstGeom prst="roundRect">
            <a:avLst>
              <a:gd name="adj" fmla="val 2306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857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40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Missouri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Missouri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