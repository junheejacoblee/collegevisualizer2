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F Austin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Nacogdoches,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8,728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$23,426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1572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56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$49,634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15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96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040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01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9808" cy="164592"/>
          </a:xfrm>
          <a:prstGeom prst="roundRect">
            <a:avLst>
              <a:gd name="adj" fmla="val 4072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26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07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93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2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Stephen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Stephen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