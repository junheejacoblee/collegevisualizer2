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Dorado,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$6,271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827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$15,724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500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$35,102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98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986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976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43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32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822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64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9849" cy="164592"/>
          </a:xfrm>
          <a:prstGeom prst="roundRect">
            <a:avLst>
              <a:gd name="adj" fmla="val 2615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Butler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