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Rapids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Rapids, MI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10,698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$12,219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$8,621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9993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9230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$38,377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$35,623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38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13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04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7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30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06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574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