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Rhode Island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Kingston, RI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905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70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$69,743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51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1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2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8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86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28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90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7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