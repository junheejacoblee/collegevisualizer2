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Southern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$21,473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384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02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08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7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1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81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64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0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4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