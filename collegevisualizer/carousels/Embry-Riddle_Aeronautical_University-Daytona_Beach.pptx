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Aeronautical University-Daytona Beach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Beach,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7,860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$44,249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$41,272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015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$23,666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224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$84,131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$65,391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62324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900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890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765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293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4894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055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Embry-Riddle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Embry-Riddle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