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489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2209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$36,674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25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500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4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94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6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32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543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649" cy="164592"/>
          </a:xfrm>
          <a:prstGeom prst="roundRect">
            <a:avLst>
              <a:gd name="adj" fmla="val 6131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719" cy="164592"/>
          </a:xfrm>
          <a:prstGeom prst="roundRect">
            <a:avLst>
              <a:gd name="adj" fmla="val 7664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Phoenix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