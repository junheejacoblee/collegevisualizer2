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Christian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07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772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6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84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5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0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6111" cy="164592"/>
          </a:xfrm>
          <a:prstGeom prst="roundRect">
            <a:avLst>
              <a:gd name="adj" fmla="val 2687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94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4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Abilene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Abilene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