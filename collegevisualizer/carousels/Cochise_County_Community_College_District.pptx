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County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Vista,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3,096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630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784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60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45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4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16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231" cy="164592"/>
          </a:xfrm>
          <a:prstGeom prst="roundRect">
            <a:avLst>
              <a:gd name="adj" fmla="val 337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50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4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0016" cy="164592"/>
          </a:xfrm>
          <a:prstGeom prst="roundRect">
            <a:avLst>
              <a:gd name="adj" fmla="val 2813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8010" cy="164592"/>
          </a:xfrm>
          <a:prstGeom prst="roundRect">
            <a:avLst>
              <a:gd name="adj" fmla="val 4688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Cochise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Cochise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