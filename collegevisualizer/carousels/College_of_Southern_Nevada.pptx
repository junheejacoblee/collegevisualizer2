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Southern Nevada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Vegas, NV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27,252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563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376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$31,822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47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95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95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79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77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29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4366" cy="164592"/>
          </a:xfrm>
          <a:prstGeom prst="roundRect">
            <a:avLst>
              <a:gd name="adj" fmla="val 2225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3275" cy="164592"/>
          </a:xfrm>
          <a:prstGeom prst="roundRect">
            <a:avLst>
              <a:gd name="adj" fmla="val 2967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