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Western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Joseph,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2,219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$20,866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$13,251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2020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$19,968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977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$42,647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$37,499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4069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832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810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6735" cy="164592"/>
          </a:xfrm>
          <a:prstGeom prst="roundRect">
            <a:avLst>
              <a:gd name="adj" fmla="val 3781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2825" cy="164592"/>
          </a:xfrm>
          <a:prstGeom prst="roundRect">
            <a:avLst>
              <a:gd name="adj" fmla="val 4416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960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659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3210" cy="164592"/>
          </a:xfrm>
          <a:prstGeom prst="roundRect">
            <a:avLst>
              <a:gd name="adj" fmla="val 4395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Missouri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