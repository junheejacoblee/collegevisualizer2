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Michigan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Pleasant,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694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864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$55,874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34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479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43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11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9666" cy="164592"/>
          </a:xfrm>
          <a:prstGeom prst="roundRect">
            <a:avLst>
              <a:gd name="adj" fmla="val 4591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726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0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1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566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