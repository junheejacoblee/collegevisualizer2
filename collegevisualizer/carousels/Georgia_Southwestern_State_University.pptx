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Southwestern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Americus,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887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302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$18,851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$48,757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4390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199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4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8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9659" cy="164592"/>
          </a:xfrm>
          <a:prstGeom prst="roundRect">
            <a:avLst>
              <a:gd name="adj" fmla="val 4079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287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89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2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5459" cy="164592"/>
          </a:xfrm>
          <a:prstGeom prst="roundRect">
            <a:avLst>
              <a:gd name="adj" fmla="val 2700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