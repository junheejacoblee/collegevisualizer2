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Franciscan University of Steubenville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Steubenville,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452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$23,384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213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37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67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6784" cy="164592"/>
          </a:xfrm>
          <a:prstGeom prst="roundRect">
            <a:avLst>
              <a:gd name="adj" fmla="val 23329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683" cy="164592"/>
          </a:xfrm>
          <a:prstGeom prst="roundRect">
            <a:avLst>
              <a:gd name="adj" fmla="val 3597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6463" cy="164592"/>
          </a:xfrm>
          <a:prstGeom prst="roundRect">
            <a:avLst>
              <a:gd name="adj" fmla="val 5503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3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90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0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73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Franciscan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