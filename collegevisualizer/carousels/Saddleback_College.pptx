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Viejo,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17,684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893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788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$50,874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$36,605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630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47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30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134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328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75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49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5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8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Saddleback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Saddleback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