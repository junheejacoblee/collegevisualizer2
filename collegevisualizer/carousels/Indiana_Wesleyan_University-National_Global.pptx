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Wesleyan University-National &amp; Global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Marion,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432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6534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$59,986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3305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87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7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8117" cy="164592"/>
          </a:xfrm>
          <a:prstGeom prst="roundRect">
            <a:avLst>
              <a:gd name="adj" fmla="val 468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7373" cy="164592"/>
          </a:xfrm>
          <a:prstGeom prst="roundRect">
            <a:avLst>
              <a:gd name="adj" fmla="val 4727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00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48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