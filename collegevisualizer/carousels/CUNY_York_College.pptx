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York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Jamaica,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551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516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08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89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84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6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3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3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2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9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876" cy="164592"/>
          </a:xfrm>
          <a:prstGeom prst="roundRect">
            <a:avLst>
              <a:gd name="adj" fmla="val 2346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