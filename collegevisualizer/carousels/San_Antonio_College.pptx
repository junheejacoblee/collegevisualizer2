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16,416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$9,952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76137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$4,585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3291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$39,711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$34,318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6823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333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255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860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8158" cy="164592"/>
          </a:xfrm>
          <a:prstGeom prst="roundRect">
            <a:avLst>
              <a:gd name="adj" fmla="val 2468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100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579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