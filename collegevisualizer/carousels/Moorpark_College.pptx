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Moorpark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Moorpark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Moorpark,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12,082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Moorpark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$9,615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$-2,296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$9,500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0" name="Shape 18"/>
          <p:cNvSpPr/>
          <p:nvPr/>
        </p:nvSpPr>
        <p:spPr>
          <a:xfrm>
            <a:off x="2450592" y="4727448"/>
            <a:ext cx="392103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Moorpark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$49,044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$37,374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Moorpark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Moorpark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3546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2283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8741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659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731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Moorpark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200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8544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362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754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Moorpark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Moorpark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