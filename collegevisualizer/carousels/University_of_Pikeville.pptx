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Pikeville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Pikeville, KY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1,135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$24,850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$20,311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24362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$20,679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023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$48,231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$34,508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0357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629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7254" cy="164592"/>
          </a:xfrm>
          <a:prstGeom prst="roundRect">
            <a:avLst>
              <a:gd name="adj" fmla="val 3410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3881" cy="164592"/>
          </a:xfrm>
          <a:prstGeom prst="roundRect">
            <a:avLst>
              <a:gd name="adj" fmla="val 67883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9306" cy="164592"/>
          </a:xfrm>
          <a:prstGeom prst="roundRect">
            <a:avLst>
              <a:gd name="adj" fmla="val 7418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519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62667" cy="164592"/>
          </a:xfrm>
          <a:prstGeom prst="roundRect">
            <a:avLst>
              <a:gd name="adj" fmla="val 22485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7590" cy="164592"/>
          </a:xfrm>
          <a:prstGeom prst="roundRect">
            <a:avLst>
              <a:gd name="adj" fmla="val 41758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