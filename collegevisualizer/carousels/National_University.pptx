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10,794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087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316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$67,548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$64,331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621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566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737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38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11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78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955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3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0052" cy="164592"/>
          </a:xfrm>
          <a:prstGeom prst="roundRect">
            <a:avLst>
              <a:gd name="adj" fmla="val 2437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