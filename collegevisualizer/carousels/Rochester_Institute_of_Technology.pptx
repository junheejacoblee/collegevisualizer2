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Institute of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13,215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$59,274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$34,906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3701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$26,778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9283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$76,571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$65,457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03543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363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198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40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895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214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174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087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6277" cy="164592"/>
          </a:xfrm>
          <a:prstGeom prst="roundRect">
            <a:avLst>
              <a:gd name="adj" fmla="val 3145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Rochester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