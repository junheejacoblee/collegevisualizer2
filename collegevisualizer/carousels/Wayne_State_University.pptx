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Detroit,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15,587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$32,037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813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322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$53,493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59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06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3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2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40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18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207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0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360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