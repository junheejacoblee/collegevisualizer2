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South Carolina-Columbia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Columbia, SC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29,820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$35,972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$22,811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51655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37191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$62,177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$50,621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3373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591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886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520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480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6181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025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630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6314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