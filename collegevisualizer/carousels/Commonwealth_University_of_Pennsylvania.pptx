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Bloomsburg,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907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9620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$52,416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04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7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7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304" cy="164592"/>
          </a:xfrm>
          <a:prstGeom prst="roundRect">
            <a:avLst>
              <a:gd name="adj" fmla="val 3610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185" cy="164592"/>
          </a:xfrm>
          <a:prstGeom prst="roundRect">
            <a:avLst>
              <a:gd name="adj" fmla="val 6286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5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4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1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3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Commonwealth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