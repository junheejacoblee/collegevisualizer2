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A&amp;M University-College Station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Station,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59,615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0817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$17,804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609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$72,097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$59,386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455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265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889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1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41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46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9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73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09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