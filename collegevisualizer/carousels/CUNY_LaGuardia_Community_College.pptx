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LaGuardia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Island City,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991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$7,407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298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92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5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20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3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73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6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92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9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2548" cy="164592"/>
          </a:xfrm>
          <a:prstGeom prst="roundRect">
            <a:avLst>
              <a:gd name="adj" fmla="val 2759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