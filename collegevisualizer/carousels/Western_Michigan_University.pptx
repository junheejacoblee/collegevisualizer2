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Michigan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Kalamazoo, MI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12,568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$19,034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88438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$15,273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1445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$26,188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$53,562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$45,356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9198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644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998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913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767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825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965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824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333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Western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