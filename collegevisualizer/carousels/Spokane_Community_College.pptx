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435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$5,473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087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$13,501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$37,814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80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063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10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27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0189" cy="164592"/>
          </a:xfrm>
          <a:prstGeom prst="roundRect">
            <a:avLst>
              <a:gd name="adj" fmla="val 2283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778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353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Spokane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