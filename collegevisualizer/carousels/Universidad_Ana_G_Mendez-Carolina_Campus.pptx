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Ana G. Mendez-Carolina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Carolina,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210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41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02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1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7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