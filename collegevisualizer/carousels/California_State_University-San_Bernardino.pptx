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University-San Bernardino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Bernardino,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$20,693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752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$14,715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220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$59,977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99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31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9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66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7491" cy="164592"/>
          </a:xfrm>
          <a:prstGeom prst="roundRect">
            <a:avLst>
              <a:gd name="adj" fmla="val 2479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41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066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07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74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