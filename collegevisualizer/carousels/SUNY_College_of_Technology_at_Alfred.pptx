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College of Technology at Alfred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Alfred,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3,563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$16,837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392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408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1751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96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0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9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063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4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