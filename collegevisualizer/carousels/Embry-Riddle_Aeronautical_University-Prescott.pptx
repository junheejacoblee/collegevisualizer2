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Aeronautical University-Prescott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Prescott, AZ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$44,149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$40,287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2134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$23,666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273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$84,131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$65,391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28%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72%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6035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15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205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062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12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280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524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38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Embry-Riddle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