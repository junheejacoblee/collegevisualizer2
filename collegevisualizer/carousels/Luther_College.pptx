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Luther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Luther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Decorah, IA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1,379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Luther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$52,120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$23,097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5864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05582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Luther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$59,850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$49,541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Luther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Luther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1865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741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592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2142" cy="164592"/>
          </a:xfrm>
          <a:prstGeom prst="roundRect">
            <a:avLst>
              <a:gd name="adj" fmla="val 5070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Luther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682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601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939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515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Luther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Luther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