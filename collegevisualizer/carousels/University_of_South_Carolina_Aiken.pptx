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Carolina Aiken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Aiken,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687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30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$45,603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88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1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6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5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8290" cy="164592"/>
          </a:xfrm>
          <a:prstGeom prst="roundRect">
            <a:avLst>
              <a:gd name="adj" fmla="val 3377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33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5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1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