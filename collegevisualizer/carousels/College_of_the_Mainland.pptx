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the Mainland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City,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566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935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$5,960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95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03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72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8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4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641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82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752" cy="164592"/>
          </a:xfrm>
          <a:prstGeom prst="roundRect">
            <a:avLst>
              <a:gd name="adj" fmla="val 5027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