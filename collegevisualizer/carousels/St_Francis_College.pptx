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St.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St. Francis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Brooklyn, NY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1,684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St.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$28,775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$18,129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0025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20651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St.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$58,099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$43,378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St.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St.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93114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7646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2099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082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445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St.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3450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2103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413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90775" cy="164592"/>
          </a:xfrm>
          <a:prstGeom prst="roundRect">
            <a:avLst>
              <a:gd name="adj" fmla="val 40293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St.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St.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