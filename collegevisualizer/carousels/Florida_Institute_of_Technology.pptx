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Melbourne,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13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344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9142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55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9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9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4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14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0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