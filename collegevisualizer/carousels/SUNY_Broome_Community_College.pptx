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Broome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Binghamton,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$8,940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8308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3300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$39,710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$34,210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4939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816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480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03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954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456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82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998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