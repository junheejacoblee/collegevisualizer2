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University-Channel Islands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Camarillo,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81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126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$62,152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418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31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0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6020" cy="164592"/>
          </a:xfrm>
          <a:prstGeom prst="roundRect">
            <a:avLst>
              <a:gd name="adj" fmla="val 234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79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72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39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78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