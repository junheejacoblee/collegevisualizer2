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525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558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02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95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9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968" cy="164592"/>
          </a:xfrm>
          <a:prstGeom prst="roundRect">
            <a:avLst>
              <a:gd name="adj" fmla="val 2244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2869" cy="164592"/>
          </a:xfrm>
          <a:prstGeom prst="roundRect">
            <a:avLst>
              <a:gd name="adj" fmla="val 3240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26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7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Kutztown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Kutztown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