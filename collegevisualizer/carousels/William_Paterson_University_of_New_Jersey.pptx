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Paterson University of New Jersey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351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$22,334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971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$57,780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14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07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41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31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3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7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5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0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0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