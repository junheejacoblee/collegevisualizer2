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Columbia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Columbia College Chicago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Chicago, IL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5,368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Columbia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$34,088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$26,598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09651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91047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Columbia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$42,195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$32,596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Columbia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Columbia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0330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96511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9648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990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856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Columbia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7043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240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Columbia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Columbia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