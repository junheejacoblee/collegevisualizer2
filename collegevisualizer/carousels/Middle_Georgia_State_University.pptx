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Georgia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Macon,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$16,390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233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8182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44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43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3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3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5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78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6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1120" cy="164592"/>
          </a:xfrm>
          <a:prstGeom prst="roundRect">
            <a:avLst>
              <a:gd name="adj" fmla="val 5142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