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Walters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Walters State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Morristown, TN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3,591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Walters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$17,736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$5,387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20536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Walters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$37,085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$31,089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Walters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Walters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6302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354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0449" cy="164592"/>
          </a:xfrm>
          <a:prstGeom prst="roundRect">
            <a:avLst>
              <a:gd name="adj" fmla="val 24311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32089" cy="164592"/>
          </a:xfrm>
          <a:prstGeom prst="roundRect">
            <a:avLst>
              <a:gd name="adj" fmla="val 2769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5280" cy="164592"/>
          </a:xfrm>
          <a:prstGeom prst="roundRect">
            <a:avLst>
              <a:gd name="adj" fmla="val 5602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Walters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055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6396" cy="164592"/>
          </a:xfrm>
          <a:prstGeom prst="roundRect">
            <a:avLst>
              <a:gd name="adj" fmla="val 28938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Walters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Walters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