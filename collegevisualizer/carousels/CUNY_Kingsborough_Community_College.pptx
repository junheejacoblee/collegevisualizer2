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Kingsborough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Brooklyn,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$8,132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$5,606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3578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$7,100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6487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$42,621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$31,533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876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610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862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859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70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134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098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4647" cy="164592"/>
          </a:xfrm>
          <a:prstGeom prst="roundRect">
            <a:avLst>
              <a:gd name="adj" fmla="val 3864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4647" cy="164592"/>
          </a:xfrm>
          <a:prstGeom prst="roundRect">
            <a:avLst>
              <a:gd name="adj" fmla="val 3864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