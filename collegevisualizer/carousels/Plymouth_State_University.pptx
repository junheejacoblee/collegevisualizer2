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Plymouth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Plymouth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Plymouth, NH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Plymouth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$25,566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022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$19,216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330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Plymouth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$57,304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Plymouth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Plymouth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931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2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7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3101" cy="164592"/>
          </a:xfrm>
          <a:prstGeom prst="roundRect">
            <a:avLst>
              <a:gd name="adj" fmla="val 3547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2171" cy="164592"/>
          </a:xfrm>
          <a:prstGeom prst="roundRect">
            <a:avLst>
              <a:gd name="adj" fmla="val 5068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Plymouth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734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2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98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0853" cy="164592"/>
          </a:xfrm>
          <a:prstGeom prst="roundRect">
            <a:avLst>
              <a:gd name="adj" fmla="val 2273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Plymouth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Plymouth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