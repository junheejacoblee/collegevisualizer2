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Birmingham, AL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$32,622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244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2741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$58,469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$49,466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23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3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48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6118" cy="164592"/>
          </a:xfrm>
          <a:prstGeom prst="roundRect">
            <a:avLst>
              <a:gd name="adj" fmla="val 34467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341" cy="164592"/>
          </a:xfrm>
          <a:prstGeom prst="roundRect">
            <a:avLst>
              <a:gd name="adj" fmla="val 5597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06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8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1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1666" cy="164592"/>
          </a:xfrm>
          <a:prstGeom prst="roundRect">
            <a:avLst>
              <a:gd name="adj" fmla="val 2262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Samford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Samford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