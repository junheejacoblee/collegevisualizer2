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Kansas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21,217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49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385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$61,945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56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8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8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9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6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2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9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9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9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