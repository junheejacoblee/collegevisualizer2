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University-Bloomington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Bloomington,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37,806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$41,891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407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481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$63,742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45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85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9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4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1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051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4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5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1196" cy="164592"/>
          </a:xfrm>
          <a:prstGeom prst="roundRect">
            <a:avLst>
              <a:gd name="adj" fmla="val 5137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