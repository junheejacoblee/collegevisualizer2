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Texas at Dallas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Richardson,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21,751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$40,144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$18,267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0581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7941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$68,227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$57,249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53052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064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791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793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579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298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340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998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478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