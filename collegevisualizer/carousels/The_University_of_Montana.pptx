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Montana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Missoula, MT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$33,671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$16,784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781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400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$44,511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259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441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37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9374" cy="164592"/>
          </a:xfrm>
          <a:prstGeom prst="roundRect">
            <a:avLst>
              <a:gd name="adj" fmla="val 5272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0719" cy="164592"/>
          </a:xfrm>
          <a:prstGeom prst="roundRect">
            <a:avLst>
              <a:gd name="adj" fmla="val 7211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242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396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49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041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