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State University-Fort Collins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Collins, CO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25,538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$34,783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$21,279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2778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8186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$60,543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$49,748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8213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570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007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36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9301" cy="164592"/>
          </a:xfrm>
          <a:prstGeom prst="roundRect">
            <a:avLst>
              <a:gd name="adj" fmla="val 2296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210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860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382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127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Colorado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