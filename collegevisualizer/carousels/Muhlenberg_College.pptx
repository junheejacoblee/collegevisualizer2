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Allentown,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$62,805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$28,905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264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$25,455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084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$69,107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66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82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3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36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2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76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6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4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8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Muhlenberg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Muhlenberg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