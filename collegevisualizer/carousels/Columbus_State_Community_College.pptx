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17,549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7000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$8,749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934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$36,895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31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645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26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73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93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522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10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Columbus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