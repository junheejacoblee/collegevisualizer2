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Tennessee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Tennessee Technological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Cookeville, TN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8,698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Tennessee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$15,576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4973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$14,246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61247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$15,650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Tennessee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$48,501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$43,759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Tennessee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Tennessee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59081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1388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2003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762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27743" cy="164592"/>
          </a:xfrm>
          <a:prstGeom prst="roundRect">
            <a:avLst>
              <a:gd name="adj" fmla="val 2863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Tennessee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01515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5858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17473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8027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Tennessee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Tennessee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