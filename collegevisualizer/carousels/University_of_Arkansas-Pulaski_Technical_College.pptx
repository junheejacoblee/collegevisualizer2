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Arkansas-Pulaski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Little Rock,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175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460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79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18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274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81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338" cy="164592"/>
          </a:xfrm>
          <a:prstGeom prst="roundRect">
            <a:avLst>
              <a:gd name="adj" fmla="val 2516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6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59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