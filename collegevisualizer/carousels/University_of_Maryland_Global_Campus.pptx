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Maryland Global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Adelphi,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49,664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1889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772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$65,287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$58,051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4008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646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819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886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55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85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67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8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1818" cy="164592"/>
          </a:xfrm>
          <a:prstGeom prst="roundRect">
            <a:avLst>
              <a:gd name="adj" fmla="val 3983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