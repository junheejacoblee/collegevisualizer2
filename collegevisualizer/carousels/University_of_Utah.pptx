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Utah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Lake City, UT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27,264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$30,860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8326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433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$67,170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$55,239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8096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12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87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83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8968" cy="164592"/>
          </a:xfrm>
          <a:prstGeom prst="roundRect">
            <a:avLst>
              <a:gd name="adj" fmla="val 4631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877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564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51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65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