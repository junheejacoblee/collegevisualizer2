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Maryville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Maryville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Maryville, TN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Maryville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$39,284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$19,360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5576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$25,375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634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Maryville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$49,279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$39,305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Maryville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Maryville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322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417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175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46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8370" cy="164592"/>
          </a:xfrm>
          <a:prstGeom prst="roundRect">
            <a:avLst>
              <a:gd name="adj" fmla="val 7561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Maryville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491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204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437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513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Maryville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Maryville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