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Polytechnic University-Pomona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Pomona,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453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56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$71,902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374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9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62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8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1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70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7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9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3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