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North Texas at Dallas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2,878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$21,894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$6,420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6368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$18,606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7251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$51,716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728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614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269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54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5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739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085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14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