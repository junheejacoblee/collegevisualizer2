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Hills,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12,351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$23,188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608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935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$58,612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54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14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8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9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1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47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46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32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7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