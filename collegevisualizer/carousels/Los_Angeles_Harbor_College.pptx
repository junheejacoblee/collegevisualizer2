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 Harbor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Wilmington,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652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$13,250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$31,241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41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138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250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819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66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762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72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20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80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