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Mechanicsburg,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98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071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11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1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2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3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4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37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Messiah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