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$71,845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9256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875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$102,491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$88,535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870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063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261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863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040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853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196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350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Columbia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