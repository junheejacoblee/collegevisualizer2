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Cape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Mays Landing,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880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056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$34,241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6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1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45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8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5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90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8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0154" cy="164592"/>
          </a:xfrm>
          <a:prstGeom prst="roundRect">
            <a:avLst>
              <a:gd name="adj" fmla="val 2435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Atlantic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