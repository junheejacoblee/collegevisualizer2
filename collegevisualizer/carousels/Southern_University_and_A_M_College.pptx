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University and A &amp; M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Baton Rouge, LA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5,519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$17,272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34330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$20,077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2385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$29,251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$43,371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$33,033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0447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2684" cy="164592"/>
          </a:xfrm>
          <a:prstGeom prst="roundRect">
            <a:avLst>
              <a:gd name="adj" fmla="val 503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5945" cy="164592"/>
          </a:xfrm>
          <a:prstGeom prst="roundRect">
            <a:avLst>
              <a:gd name="adj" fmla="val 65378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427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570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428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714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