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Western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853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536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$47,295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77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861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99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7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754" cy="164592"/>
          </a:xfrm>
          <a:prstGeom prst="roundRect">
            <a:avLst>
              <a:gd name="adj" fmla="val 7067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700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92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3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58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Pennsylvania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