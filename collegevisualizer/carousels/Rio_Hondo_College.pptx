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Rio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Rio Hondo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Whittier,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15,684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Rio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$9,884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72791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$14,379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51795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Rio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$44,950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$35,115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Rio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Rio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39%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61%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28239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7110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921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47255" cy="164592"/>
          </a:xfrm>
          <a:prstGeom prst="roundRect">
            <a:avLst>
              <a:gd name="adj" fmla="val 24839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63109" cy="164592"/>
          </a:xfrm>
          <a:prstGeom prst="roundRect">
            <a:avLst>
              <a:gd name="adj" fmla="val 57957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Rio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3406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632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934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160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Rio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Rio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