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North Carolina at Pembroke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Pembroke, NC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1056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1056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5,330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$7,648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121404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$10,260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62867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$43,407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$37,126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3722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4208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39590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95482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10269" cy="164592"/>
          </a:xfrm>
          <a:prstGeom prst="roundRect">
            <a:avLst>
              <a:gd name="adj" fmla="val 3317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30611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4740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85587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9019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