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Houston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38,380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$22,547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27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$18,194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023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$62,377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$52,768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74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152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92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36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2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72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54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5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15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