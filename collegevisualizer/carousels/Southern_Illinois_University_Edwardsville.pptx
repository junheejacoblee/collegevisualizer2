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Illinois University Edwardsville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Edwardsville,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015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$14,889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8229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$56,346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$46,384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427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712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85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93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3991" cy="164592"/>
          </a:xfrm>
          <a:prstGeom prst="roundRect">
            <a:avLst>
              <a:gd name="adj" fmla="val 2375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447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551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355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181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