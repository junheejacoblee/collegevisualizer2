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609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78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73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8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2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3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1144" cy="164592"/>
          </a:xfrm>
          <a:prstGeom prst="roundRect">
            <a:avLst>
              <a:gd name="adj" fmla="val 226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42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6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9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9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Clemson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