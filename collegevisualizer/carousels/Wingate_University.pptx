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Wingate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Wingate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Wingate, NC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2,668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Wingate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$41,636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$20,748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7757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8285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Wingate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$52,649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$43,992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Wingate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Wingate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9431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2181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638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423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63268" cy="164592"/>
          </a:xfrm>
          <a:prstGeom prst="roundRect">
            <a:avLst>
              <a:gd name="adj" fmla="val 2240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Wingate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254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870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785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Wingate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Wingate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