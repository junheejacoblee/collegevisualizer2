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Milwaukee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Milwaukee Area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Milwaukee, WI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12,024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Milwaukee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$7,427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97084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$9,112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1798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$14,955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Milwaukee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$41,113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$33,057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Milwaukee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Milwaukee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2707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6766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528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665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603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Milwaukee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740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173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Milwaukee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Milwaukee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