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 Los Angeles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Culver City, CA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7,284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$10,572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107773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$9,634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83203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$38,537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$32,538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+18%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477798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84752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49137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9981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37926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16.5%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03739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10.1%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86740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60516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3.0%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60517" cy="164592"/>
          </a:xfrm>
          <a:prstGeom prst="roundRect">
            <a:avLst>
              <a:gd name="adj" fmla="val 60439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West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