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State University-San Marcos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Marcos,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14,877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$20,682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$10,229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96275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$17,350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32914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$62,908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$48,673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3112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9597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498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098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2379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0636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0802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0968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404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California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