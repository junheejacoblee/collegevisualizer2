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University of New York at New Paltz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Paltz,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6,086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$18,822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$18,809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575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5331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$58,073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$45,555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6621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827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841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65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74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601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800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553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012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