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University-Newark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69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209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34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36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14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12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6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8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6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3421" cy="164592"/>
          </a:xfrm>
          <a:prstGeom prst="roundRect">
            <a:avLst>
              <a:gd name="adj" fmla="val 4981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Rutgers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