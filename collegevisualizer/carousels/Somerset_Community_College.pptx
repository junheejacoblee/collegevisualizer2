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896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$4,398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288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$12,215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$30,787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$27,858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316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9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2519" cy="164592"/>
          </a:xfrm>
          <a:prstGeom prst="roundRect">
            <a:avLst>
              <a:gd name="adj" fmla="val 29853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6326" cy="164592"/>
          </a:xfrm>
          <a:prstGeom prst="roundRect">
            <a:avLst>
              <a:gd name="adj" fmla="val 5514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561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49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Somerset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