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College of Wooster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Wooster, OH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1353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1353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1,730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$61,640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$23,458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510269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$26,500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706118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$59,629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$43,895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+36%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53%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47%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062711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65109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36488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7467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6654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17.0%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21389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6.2%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05726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5.4%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95936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4.9%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9578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2026-06-11T21:08:35Z</dcterms:created>
  <dcterms:modified xsi:type="dcterms:W3CDTF">2026-06-11T21:08:35Z</dcterms:modified>
</cp:coreProperties>
</file>