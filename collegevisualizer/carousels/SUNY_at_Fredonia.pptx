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at Fredonia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Fredonia,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$19,771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355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15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98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85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6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05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0078" cy="164592"/>
          </a:xfrm>
          <a:prstGeom prst="roundRect">
            <a:avLst>
              <a:gd name="adj" fmla="val 4567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4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4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4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335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