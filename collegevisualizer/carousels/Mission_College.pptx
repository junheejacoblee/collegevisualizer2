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Clara,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5,784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$12,500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$5,080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1279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$50,936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$44,004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5546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0568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3405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109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293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509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549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665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356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Mission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