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 McKenna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$67,980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$28,849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841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7880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$104,736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$87,603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945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83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242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13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75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3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80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2330" cy="164592"/>
          </a:xfrm>
          <a:prstGeom prst="roundRect">
            <a:avLst>
              <a:gd name="adj" fmla="val 2401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2330" cy="164592"/>
          </a:xfrm>
          <a:prstGeom prst="roundRect">
            <a:avLst>
              <a:gd name="adj" fmla="val 2401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Claremont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