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Vanderbilt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Vanderbilt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Nashville, TN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7,208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Vanderbilt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$67,498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$15,846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93165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82312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Vanderbilt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$91,565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$73,909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Vanderbilt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9339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Vanderbilt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4242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752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076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812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049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Vanderbilt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960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150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50835" cy="164592"/>
          </a:xfrm>
          <a:prstGeom prst="roundRect">
            <a:avLst>
              <a:gd name="adj" fmla="val 24249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Vanderbilt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Vanderbilt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