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University Chicago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11,737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$36,079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657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$24,157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849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$71,530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$58,411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099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492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359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100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408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476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318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2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97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Loyola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