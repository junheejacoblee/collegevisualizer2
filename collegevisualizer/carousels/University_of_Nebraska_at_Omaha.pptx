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Nebraska at Omaha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Omaha, NE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11,488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$23,206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$13,441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9856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492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$53,909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$45,494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1981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541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718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157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530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215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564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184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662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