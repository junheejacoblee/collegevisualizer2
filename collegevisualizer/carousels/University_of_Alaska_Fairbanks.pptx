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Alaska Fairbanks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Fairbanks, AK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65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077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$48,866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95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6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3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8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7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99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7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2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