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Hinds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Hinds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Raymond, MS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6,397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Hinds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$7,300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09145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$4,060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71935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$9,371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Hinds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$30,774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$26,579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Hinds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Hinds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2997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7836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182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38379" cy="164592"/>
          </a:xfrm>
          <a:prstGeom prst="roundRect">
            <a:avLst>
              <a:gd name="adj" fmla="val 2643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6570" cy="164592"/>
          </a:xfrm>
          <a:prstGeom prst="roundRect">
            <a:avLst>
              <a:gd name="adj" fmla="val 7854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Hinds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3786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2210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98474" cy="164592"/>
          </a:xfrm>
          <a:prstGeom prst="roundRect">
            <a:avLst>
              <a:gd name="adj" fmla="val 37143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Hinds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Hinds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2026-06-11T21:08:41Z</dcterms:created>
  <dcterms:modified xsi:type="dcterms:W3CDTF">2026-06-11T21:08:41Z</dcterms:modified>
</cp:coreProperties>
</file>