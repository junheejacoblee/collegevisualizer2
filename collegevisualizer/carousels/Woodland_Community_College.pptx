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Woodland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Woodland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Woodland,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360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15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605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34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5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59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353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9980" cy="164592"/>
          </a:xfrm>
          <a:prstGeom prst="roundRect">
            <a:avLst>
              <a:gd name="adj" fmla="val 26129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2213" cy="164592"/>
          </a:xfrm>
          <a:prstGeom prst="roundRect">
            <a:avLst>
              <a:gd name="adj" fmla="val 5879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Woodland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