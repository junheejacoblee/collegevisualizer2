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DeSales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DeSales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Center Valley, PA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2,128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DeSales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$46,800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$31,643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68322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$25,788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18674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DeSales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$61,295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$52,721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DeSales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DeSales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8881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98830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469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267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48764" cy="164592"/>
          </a:xfrm>
          <a:prstGeom prst="roundRect">
            <a:avLst>
              <a:gd name="adj" fmla="val 24587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DeSales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52776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859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1731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91503" cy="164592"/>
          </a:xfrm>
          <a:prstGeom prst="roundRect">
            <a:avLst>
              <a:gd name="adj" fmla="val 3997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DeSales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DeSales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