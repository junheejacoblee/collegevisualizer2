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Tulane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Tulane University of Louisiana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Orleans, LA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Tulane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$68,678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$39,949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0841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18457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Tulane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$63,268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$50,220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Tulane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Tulane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931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262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86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08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324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Tulane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252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128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005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5846" cy="164592"/>
          </a:xfrm>
          <a:prstGeom prst="roundRect">
            <a:avLst>
              <a:gd name="adj" fmla="val 2346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Tulane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Tulane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