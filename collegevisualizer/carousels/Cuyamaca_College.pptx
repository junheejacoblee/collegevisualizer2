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Cuyamaca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Cuyamaca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Cajon,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Cuyamaca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$6,618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213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Cuyamaca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$32,435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$29,836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Cuyamaca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Cuyamaca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763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407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62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88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55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Cuyamaca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78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6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04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Cuyamaca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Cuyamaca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