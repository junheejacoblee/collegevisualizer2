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Trade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046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814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$31,801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2319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86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9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6485" cy="164592"/>
          </a:xfrm>
          <a:prstGeom prst="roundRect">
            <a:avLst>
              <a:gd name="adj" fmla="val 2337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7774" cy="164592"/>
          </a:xfrm>
          <a:prstGeom prst="roundRect">
            <a:avLst>
              <a:gd name="adj" fmla="val 2654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192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52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35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3398" cy="164592"/>
          </a:xfrm>
          <a:prstGeom prst="roundRect">
            <a:avLst>
              <a:gd name="adj" fmla="val 5769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