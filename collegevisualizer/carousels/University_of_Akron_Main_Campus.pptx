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Akron Main Campus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Akron, OH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9,052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$20,815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55287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$13,946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38041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$46,600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$42,269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67023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1172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9755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651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365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0604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7082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8453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402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