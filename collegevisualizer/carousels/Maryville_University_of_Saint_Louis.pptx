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University of Saint Louis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234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138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$62,105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876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1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34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8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3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7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7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