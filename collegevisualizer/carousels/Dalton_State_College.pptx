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Dalton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Dalton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Dalton,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$10,656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687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3745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$12,937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$40,251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$37,491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241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453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96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85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4105" cy="164592"/>
          </a:xfrm>
          <a:prstGeom prst="roundRect">
            <a:avLst>
              <a:gd name="adj" fmla="val 2727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022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420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5240" cy="164592"/>
          </a:xfrm>
          <a:prstGeom prst="roundRect">
            <a:avLst>
              <a:gd name="adj" fmla="val 2518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Dalton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