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Bethel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Bethel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Mishawaka,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Bethel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345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674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Bethel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$48,860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Bethel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Bethel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51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2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0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86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0932" cy="164592"/>
          </a:xfrm>
          <a:prstGeom prst="roundRect">
            <a:avLst>
              <a:gd name="adj" fmla="val 4519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Bethel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436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0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0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77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Bethel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Bethel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