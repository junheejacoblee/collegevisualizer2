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Moraine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Moraine Valley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Palos Hills,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7,490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Moraine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$9,846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$2,829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402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8290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Moraine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$43,892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$34,943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Moraine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Moraine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409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042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140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5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0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Moraine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848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238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Moraine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Moraine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