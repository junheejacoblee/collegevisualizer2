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Missouri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Maryville, MO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4,378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$17,324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9768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$16,244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9833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$47,885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$41,695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2649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46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474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23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632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679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339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8496" cy="164592"/>
          </a:xfrm>
          <a:prstGeom prst="roundRect">
            <a:avLst>
              <a:gd name="adj" fmla="val 2307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Northwest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