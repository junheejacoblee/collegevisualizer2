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Leo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Leo,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6,721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$30,000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$21,293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1670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$25,278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438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$48,364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$41,619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786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578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845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37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8438" cy="164592"/>
          </a:xfrm>
          <a:prstGeom prst="roundRect">
            <a:avLst>
              <a:gd name="adj" fmla="val 2642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422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193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702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1410" cy="164592"/>
          </a:xfrm>
          <a:prstGeom prst="roundRect">
            <a:avLst>
              <a:gd name="adj" fmla="val 5956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