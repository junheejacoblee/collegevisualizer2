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Center,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485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437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50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8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3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525" cy="164592"/>
          </a:xfrm>
          <a:prstGeom prst="roundRect">
            <a:avLst>
              <a:gd name="adj" fmla="val 7385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5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9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011" cy="164592"/>
          </a:xfrm>
          <a:prstGeom prst="roundRect">
            <a:avLst>
              <a:gd name="adj" fmla="val 2925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132" cy="164592"/>
          </a:xfrm>
          <a:prstGeom prst="roundRect">
            <a:avLst>
              <a:gd name="adj" fmla="val 468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