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725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$18,969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127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386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9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6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2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047" cy="164592"/>
          </a:xfrm>
          <a:prstGeom prst="roundRect">
            <a:avLst>
              <a:gd name="adj" fmla="val 7774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82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2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015" cy="164592"/>
          </a:xfrm>
          <a:prstGeom prst="roundRect">
            <a:avLst>
              <a:gd name="adj" fmla="val 6648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Pittsburg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