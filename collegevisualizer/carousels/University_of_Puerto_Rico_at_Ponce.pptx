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Puerto Rico at Ponce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Ponce, PR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2,278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$5,354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93333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$10,990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98605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$31,394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$22,404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9227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021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240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