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Wachusett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406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$10,252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719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621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43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9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5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6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74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5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