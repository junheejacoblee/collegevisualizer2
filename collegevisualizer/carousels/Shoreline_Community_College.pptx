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$7,905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096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$8,585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341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$12,021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22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720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13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61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775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367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4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678" cy="164592"/>
          </a:xfrm>
          <a:prstGeom prst="roundRect">
            <a:avLst>
              <a:gd name="adj" fmla="val 7362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Shoreline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Shoreline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