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Michigan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$19,773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541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29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12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4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8334" cy="164592"/>
          </a:xfrm>
          <a:prstGeom prst="roundRect">
            <a:avLst>
              <a:gd name="adj" fmla="val 3719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76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5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8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8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