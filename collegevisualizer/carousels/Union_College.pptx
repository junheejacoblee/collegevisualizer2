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Schenectady,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$69,039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$34,561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866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$25,337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4564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$88,604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$63,219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1719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248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885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79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89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262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177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734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16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