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30,189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45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343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11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69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2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5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3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70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62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4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3358" cy="164592"/>
          </a:xfrm>
          <a:prstGeom prst="roundRect">
            <a:avLst>
              <a:gd name="adj" fmla="val 2239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