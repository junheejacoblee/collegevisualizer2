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Carolina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Cullowhee,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661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63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$21,868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51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846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7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48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0577" cy="164592"/>
          </a:xfrm>
          <a:prstGeom prst="roundRect">
            <a:avLst>
              <a:gd name="adj" fmla="val 5182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89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68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3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6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