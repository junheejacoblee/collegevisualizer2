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Wilkes-Barre,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1,985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$43,496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$27,743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312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721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$63,454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$54,128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0531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288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50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41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59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227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64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292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178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Wilkes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