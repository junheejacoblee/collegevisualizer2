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DePauw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DePauw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Greencastle,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$59,070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957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139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$70,527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$58,476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032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07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8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7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1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51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01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601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69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DePauw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