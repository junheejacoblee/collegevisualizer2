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Texas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McAllen,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9119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$28,239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72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7072" cy="164592"/>
          </a:xfrm>
          <a:prstGeom prst="roundRect">
            <a:avLst>
              <a:gd name="adj" fmla="val 37679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7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51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0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5128" cy="164592"/>
          </a:xfrm>
          <a:prstGeom prst="roundRect">
            <a:avLst>
              <a:gd name="adj" fmla="val 2923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