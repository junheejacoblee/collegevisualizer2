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Hobart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Hobart William Smith Colleges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Geneva,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Hobart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$65,117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$31,563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235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4549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Hobart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$68,831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$62,416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Hobart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Hobart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032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90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51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97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8603" cy="164592"/>
          </a:xfrm>
          <a:prstGeom prst="roundRect">
            <a:avLst>
              <a:gd name="adj" fmla="val 2306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Hobart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432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368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7803" cy="164592"/>
          </a:xfrm>
          <a:prstGeom prst="roundRect">
            <a:avLst>
              <a:gd name="adj" fmla="val 33929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Hobart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Hobart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