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163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537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04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4428" cy="164592"/>
          </a:xfrm>
          <a:prstGeom prst="roundRect">
            <a:avLst>
              <a:gd name="adj" fmla="val 35025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3447" cy="164592"/>
          </a:xfrm>
          <a:prstGeom prst="roundRect">
            <a:avLst>
              <a:gd name="adj" fmla="val 4383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84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9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8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2099" cy="164592"/>
          </a:xfrm>
          <a:prstGeom prst="roundRect">
            <a:avLst>
              <a:gd name="adj" fmla="val 3582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Grambling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Grambling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