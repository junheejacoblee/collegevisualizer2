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Bay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Wellesley Hills,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$7,169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342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884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$52,654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70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553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350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35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86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012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00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850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1011" cy="164592"/>
          </a:xfrm>
          <a:prstGeom prst="roundRect">
            <a:avLst>
              <a:gd name="adj" fmla="val 4018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Massachusetts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