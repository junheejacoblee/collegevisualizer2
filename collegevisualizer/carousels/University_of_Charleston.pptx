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Charleston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Charleston, WV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2,259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$33,800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$22,107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95608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$19,500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8951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$55,774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$42,698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38%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62%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2191378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9350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4881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26748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66714" cy="164592"/>
          </a:xfrm>
          <a:prstGeom prst="roundRect">
            <a:avLst>
              <a:gd name="adj" fmla="val 5482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5572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26.2%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5098" cy="164592"/>
          </a:xfrm>
          <a:prstGeom prst="roundRect">
            <a:avLst>
              <a:gd name="adj" fmla="val 38461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