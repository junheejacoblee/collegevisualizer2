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Delta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Monroe, LA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$4,159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32039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$7,702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44522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$30,438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$25,742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8911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1021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0721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24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157" cy="164592"/>
          </a:xfrm>
          <a:prstGeom prst="roundRect">
            <a:avLst>
              <a:gd name="adj" fmla="val 7292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313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83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Louisiana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Louisiana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