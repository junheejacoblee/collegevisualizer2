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Marcos,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474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2095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37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8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1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9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13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2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5263" cy="164592"/>
          </a:xfrm>
          <a:prstGeom prst="roundRect">
            <a:avLst>
              <a:gd name="adj" fmla="val 2919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Palomar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