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Paramus,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736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211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28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29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80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77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1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43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1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Bergen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