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Wisconsin-River Falls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 Falls,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$17,470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8193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$14,054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2064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$54,458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$46,524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833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07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6735" cy="164592"/>
          </a:xfrm>
          <a:prstGeom prst="roundRect">
            <a:avLst>
              <a:gd name="adj" fmla="val 31333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5762" cy="164592"/>
          </a:xfrm>
          <a:prstGeom prst="roundRect">
            <a:avLst>
              <a:gd name="adj" fmla="val 3159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1656" cy="164592"/>
          </a:xfrm>
          <a:prstGeom prst="roundRect">
            <a:avLst>
              <a:gd name="adj" fmla="val 3598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648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662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423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873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