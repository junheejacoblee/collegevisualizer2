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Rapids,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87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447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57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30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5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8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5089" cy="164592"/>
          </a:xfrm>
          <a:prstGeom prst="roundRect">
            <a:avLst>
              <a:gd name="adj" fmla="val 2358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939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62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17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71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Calvin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Calvin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