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Fitchburg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Fitchburg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Fitchburg,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Fitchburg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$17,426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530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350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$24,239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Fitchburg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$53,874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$41,999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Fitchburg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Fitchburg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22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62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072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3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51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Fitchburg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21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2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6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55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Fitchburg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Fitchburg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