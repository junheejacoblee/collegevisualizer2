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Thibodaux,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6175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659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$22,675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92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47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26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53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6406" cy="164592"/>
          </a:xfrm>
          <a:prstGeom prst="roundRect">
            <a:avLst>
              <a:gd name="adj" fmla="val 4233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23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3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210" cy="164592"/>
          </a:xfrm>
          <a:prstGeom prst="roundRect">
            <a:avLst>
              <a:gd name="adj" fmla="val 7005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Nicholls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Nicholls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