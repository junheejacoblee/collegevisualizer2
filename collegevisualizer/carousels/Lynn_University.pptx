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Lynn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Lynn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 Raton,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2,859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Lynn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$44,480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$44,089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3361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$17,940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0060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Lynn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$49,006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$41,427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Lynn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Lynn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5111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325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485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384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4211" cy="164592"/>
          </a:xfrm>
          <a:prstGeom prst="roundRect">
            <a:avLst>
              <a:gd name="adj" fmla="val 2227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Lynn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5385" cy="164592"/>
          </a:xfrm>
          <a:prstGeom prst="roundRect">
            <a:avLst>
              <a:gd name="adj" fmla="val 34707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Lynn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Lynn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