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Berea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Berea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Berea, KY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1249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1249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1,513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Berea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$51,658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$6,106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469078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$3,591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75870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Berea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$43,150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$35,676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+21%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Berea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Berea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59%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41%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421564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94769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74429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73423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36711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Berea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11.0%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311660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10.3%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257195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8.5%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205756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6.8%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63542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Berea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Berea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2026-06-11T21:08:38Z</dcterms:created>
  <dcterms:modified xsi:type="dcterms:W3CDTF">2026-06-11T21:08:38Z</dcterms:modified>
</cp:coreProperties>
</file>