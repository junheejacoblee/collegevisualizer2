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Adrian, MI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51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705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$55,504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46848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42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3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1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14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1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1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57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Adrian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