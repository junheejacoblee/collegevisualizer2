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Bob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Bob Jones University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Greenville, SC  ·  Private Nonprofit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2,005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Bob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$24,470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$16,641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698804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$16,585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2689722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Bob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$44,354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$40,892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+8%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Bob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Bob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53%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47%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085321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49164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22772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91869" cy="164592"/>
          </a:xfrm>
          <a:prstGeom prst="roundRect">
            <a:avLst>
              <a:gd name="adj" fmla="val 39813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72382" cy="164592"/>
          </a:xfrm>
          <a:prstGeom prst="roundRect">
            <a:avLst>
              <a:gd name="adj" fmla="val 5053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Bob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19.5%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76514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16.2%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71689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4.2%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64861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3.8%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18775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1.1%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Bob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Bob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2026-06-11T21:08:38Z</dcterms:created>
  <dcterms:modified xsi:type="dcterms:W3CDTF">2026-06-11T21:08:38Z</dcterms:modified>
</cp:coreProperties>
</file>