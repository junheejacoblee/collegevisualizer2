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Sanborn,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682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415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86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38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4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0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4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3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0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9034" cy="164592"/>
          </a:xfrm>
          <a:prstGeom prst="roundRect">
            <a:avLst>
              <a:gd name="adj" fmla="val 2454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2796" cy="164592"/>
          </a:xfrm>
          <a:prstGeom prst="roundRect">
            <a:avLst>
              <a:gd name="adj" fmla="val 4417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Niagara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