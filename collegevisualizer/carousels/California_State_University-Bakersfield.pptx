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University-Bakersfield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840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840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$59,009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01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4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55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0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0104" cy="164592"/>
          </a:xfrm>
          <a:prstGeom prst="roundRect">
            <a:avLst>
              <a:gd name="adj" fmla="val 2811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10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0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50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