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$24,714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86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83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58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64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8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4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6947" cy="164592"/>
          </a:xfrm>
          <a:prstGeom prst="roundRect">
            <a:avLst>
              <a:gd name="adj" fmla="val 2330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2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7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2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4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