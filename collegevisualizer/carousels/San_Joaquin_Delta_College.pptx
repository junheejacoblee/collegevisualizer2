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Joaquin Delta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Stockton,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15,781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97750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4581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$43,212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$33,920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546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816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003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557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650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249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72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62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3103" cy="164592"/>
          </a:xfrm>
          <a:prstGeom prst="roundRect">
            <a:avLst>
              <a:gd name="adj" fmla="val 3928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