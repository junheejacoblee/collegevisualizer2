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&amp; 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Williamsburg,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$51,038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848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384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$73,490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$62,959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30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64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1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2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16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019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8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8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