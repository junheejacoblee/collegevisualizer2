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Pittsburgh-Pittsburgh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Pittsburgh,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20,370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$41,430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$30,434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152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228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$66,125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$54,240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113385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89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22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45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72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1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605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48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697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90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