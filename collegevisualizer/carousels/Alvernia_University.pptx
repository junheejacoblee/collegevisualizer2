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Alvernia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Alvernia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Alvernia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$45,000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$28,138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8145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8109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Alvernia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$55,055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$49,938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Alvernia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Alvernia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392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662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373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48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8077" cy="164592"/>
          </a:xfrm>
          <a:prstGeom prst="roundRect">
            <a:avLst>
              <a:gd name="adj" fmla="val 3384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Alvernia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831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7303" cy="164592"/>
          </a:xfrm>
          <a:prstGeom prst="roundRect">
            <a:avLst>
              <a:gd name="adj" fmla="val 54345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Alvernia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Alvernia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