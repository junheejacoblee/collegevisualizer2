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School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6,563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$58,694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53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$58,741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$22,266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0427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$52,901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4511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756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598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679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361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707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32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24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