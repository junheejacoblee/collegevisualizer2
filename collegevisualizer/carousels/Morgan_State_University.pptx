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850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823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72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3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4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4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92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17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88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Morgan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