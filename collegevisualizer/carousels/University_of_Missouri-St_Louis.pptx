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Missouri-St Louis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Louis,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33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604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$53,037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57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55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0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7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3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64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6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72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2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