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Williams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Bristol,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949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069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$70,266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$53,845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076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03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8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0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012" cy="164592"/>
          </a:xfrm>
          <a:prstGeom prst="roundRect">
            <a:avLst>
              <a:gd name="adj" fmla="val 3022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51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9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4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27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