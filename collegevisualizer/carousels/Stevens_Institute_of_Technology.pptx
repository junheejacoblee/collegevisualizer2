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Stevens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Stevens Institute of Technology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Hoboken, NJ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4,222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Stevens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$63,462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$41,346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58550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68840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Stevens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$108,772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$90,326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Stevens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Stevens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34%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66%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196064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8344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4898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873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585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Stevens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8190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9598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6443" cy="164592"/>
          </a:xfrm>
          <a:prstGeom prst="roundRect">
            <a:avLst>
              <a:gd name="adj" fmla="val 78755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Stevens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Stevens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