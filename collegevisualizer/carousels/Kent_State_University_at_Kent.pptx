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State University at Kent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19,320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$23,082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3880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$20,787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6706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$45,388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$40,179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9258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511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758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11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7071" cy="164592"/>
          </a:xfrm>
          <a:prstGeom prst="roundRect">
            <a:avLst>
              <a:gd name="adj" fmla="val 2668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963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826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26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328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