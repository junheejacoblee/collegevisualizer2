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Beverly,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1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356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198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5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3662" cy="164592"/>
          </a:xfrm>
          <a:prstGeom prst="roundRect">
            <a:avLst>
              <a:gd name="adj" fmla="val 27365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762" cy="164592"/>
          </a:xfrm>
          <a:prstGeom prst="roundRect">
            <a:avLst>
              <a:gd name="adj" fmla="val 5168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2900" cy="164592"/>
          </a:xfrm>
          <a:prstGeom prst="roundRect">
            <a:avLst>
              <a:gd name="adj" fmla="val 581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7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4077" cy="164592"/>
          </a:xfrm>
          <a:prstGeom prst="roundRect">
            <a:avLst>
              <a:gd name="adj" fmla="val 2229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357" cy="164592"/>
          </a:xfrm>
          <a:prstGeom prst="roundRect">
            <a:avLst>
              <a:gd name="adj" fmla="val 2400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0637" cy="164592"/>
          </a:xfrm>
          <a:prstGeom prst="roundRect">
            <a:avLst>
              <a:gd name="adj" fmla="val 2600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Endicott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Endicott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