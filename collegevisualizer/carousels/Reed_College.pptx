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Portland, OR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$69,350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8914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303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$62,927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$38,607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489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743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396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78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8998" cy="164592"/>
          </a:xfrm>
          <a:prstGeom prst="roundRect">
            <a:avLst>
              <a:gd name="adj" fmla="val 3073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85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51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Reed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