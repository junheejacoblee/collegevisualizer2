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Baton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Baton Rouge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Baton Rouge,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$4,321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3773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$9,474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1988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$34,581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$29,382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044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776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249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89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4883" cy="164592"/>
          </a:xfrm>
          <a:prstGeom prst="roundRect">
            <a:avLst>
              <a:gd name="adj" fmla="val 3487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784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94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6551" cy="164592"/>
          </a:xfrm>
          <a:prstGeom prst="roundRect">
            <a:avLst>
              <a:gd name="adj" fmla="val 7857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