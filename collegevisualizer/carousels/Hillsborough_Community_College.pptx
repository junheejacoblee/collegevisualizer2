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Tampa,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038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95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$9,762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56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23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48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3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9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87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6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Hillsborough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Hillsborough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