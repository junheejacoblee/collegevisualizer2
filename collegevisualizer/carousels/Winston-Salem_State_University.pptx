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639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$13,479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396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650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38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6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84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797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62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04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3485" cy="164592"/>
          </a:xfrm>
          <a:prstGeom prst="roundRect">
            <a:avLst>
              <a:gd name="adj" fmla="val 5761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Winston-Salem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