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Grove, OR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$56,374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$35,273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30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$23,223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348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$60,583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$46,936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40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876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900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24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84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41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53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852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9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Pacific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Pacific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