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 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357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$23,726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662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514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7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31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0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9748" cy="164592"/>
          </a:xfrm>
          <a:prstGeom prst="roundRect">
            <a:avLst>
              <a:gd name="adj" fmla="val 612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36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77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6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1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Shippensburg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Shippensburg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