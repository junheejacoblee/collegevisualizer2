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Dallas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Dallas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Dallas, TX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43,869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Dallas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$6,900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88238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$3,214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34260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Dallas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$41,714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$35,493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Dallas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Dallas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7200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7072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0999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884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90119" cy="164592"/>
          </a:xfrm>
          <a:prstGeom prst="roundRect">
            <a:avLst>
              <a:gd name="adj" fmla="val 40586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Dallas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5795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7751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5474" cy="164592"/>
          </a:xfrm>
          <a:prstGeom prst="roundRect">
            <a:avLst>
              <a:gd name="adj" fmla="val 65934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Dallas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Dallas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