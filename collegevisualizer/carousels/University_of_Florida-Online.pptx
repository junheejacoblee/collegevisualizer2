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Florida-Online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Gainesville,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$16,579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$4,815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525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905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$71,588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61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27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7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1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45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50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82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98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