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Area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221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188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67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54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0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4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0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5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4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Madison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