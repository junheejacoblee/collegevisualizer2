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Southern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Lakeland,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27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527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66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603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2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8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4068" cy="164592"/>
          </a:xfrm>
          <a:prstGeom prst="roundRect">
            <a:avLst>
              <a:gd name="adj" fmla="val 2374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9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44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0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4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