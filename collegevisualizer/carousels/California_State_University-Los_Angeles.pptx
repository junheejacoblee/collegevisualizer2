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State University-Los Angeles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Angeles,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19,562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$19,760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$3,967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79671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1085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$59,211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26775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228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2882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999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2867" cy="164592"/>
          </a:xfrm>
          <a:prstGeom prst="roundRect">
            <a:avLst>
              <a:gd name="adj" fmla="val 44138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7453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684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09594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89299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California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California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