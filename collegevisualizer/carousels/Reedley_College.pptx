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631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$2,819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017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$38,493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$30,023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41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1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6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0135" cy="164592"/>
          </a:xfrm>
          <a:prstGeom prst="roundRect">
            <a:avLst>
              <a:gd name="adj" fmla="val 2810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0558" cy="164592"/>
          </a:xfrm>
          <a:prstGeom prst="roundRect">
            <a:avLst>
              <a:gd name="adj" fmla="val 3033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17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17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99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Reedley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Reedley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