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Brunswick, ME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$67,832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423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823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$82,735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$61,692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80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437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79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026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45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33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0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Bowdoin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Bowdoin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