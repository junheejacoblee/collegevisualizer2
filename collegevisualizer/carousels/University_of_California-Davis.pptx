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California-Davis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32,253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$50,974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476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120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$80,838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$58,461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83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16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25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707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32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18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22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64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86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