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CUNY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CUNY Hostos Community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Bronx, NY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4,900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CUNY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$8,134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823708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$5,297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490064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$8,442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CUNY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$40,485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$34,095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+19%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CUNY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CUNY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68%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32%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939842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220401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23035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154992" cy="164592"/>
          </a:xfrm>
          <a:prstGeom prst="roundRect">
            <a:avLst>
              <a:gd name="adj" fmla="val 23599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98825" cy="164592"/>
          </a:xfrm>
          <a:prstGeom prst="roundRect">
            <a:avLst>
              <a:gd name="adj" fmla="val 37011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CUNY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25.2%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62458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12.3%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50190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3.8%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19812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1.5%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CUNY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CUNY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2026-06-11T21:08:40Z</dcterms:created>
  <dcterms:modified xsi:type="dcterms:W3CDTF">2026-06-11T21:08:40Z</dcterms:modified>
</cp:coreProperties>
</file>