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Truckee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Truckee Meadows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Reno, NV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7,681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Truckee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$12,018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$8,312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74472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63233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Truckee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$44,573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$38,186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Truckee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Truckee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6184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8879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278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903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432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Truckee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9610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867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6879" cy="164592"/>
          </a:xfrm>
          <a:prstGeom prst="roundRect">
            <a:avLst>
              <a:gd name="adj" fmla="val 780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Truckee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Truckee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