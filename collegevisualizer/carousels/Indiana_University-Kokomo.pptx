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University-Kokomo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Kokomo, IN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2,352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$22,811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$3,968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69032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$16,961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95075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$49,917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$42,134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7201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107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966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46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4688" cy="164592"/>
          </a:xfrm>
          <a:prstGeom prst="roundRect">
            <a:avLst>
              <a:gd name="adj" fmla="val 4318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216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264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2139" cy="164592"/>
          </a:xfrm>
          <a:prstGeom prst="roundRect">
            <a:avLst>
              <a:gd name="adj" fmla="val 25733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9224" cy="164592"/>
          </a:xfrm>
          <a:prstGeom prst="roundRect">
            <a:avLst>
              <a:gd name="adj" fmla="val 6175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