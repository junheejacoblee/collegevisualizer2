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College of South Jersey-Gloucester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Sewell,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236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473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66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959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77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4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8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70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29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Rowan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