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Oroville,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8,890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$9,276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0588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$5,520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8629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$41,810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$33,709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8706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381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567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842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70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494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714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03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95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Butte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