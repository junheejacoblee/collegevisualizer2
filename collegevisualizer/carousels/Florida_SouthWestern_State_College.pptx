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SouthWestern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Myers,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$12,979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158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61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34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37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87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9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04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0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