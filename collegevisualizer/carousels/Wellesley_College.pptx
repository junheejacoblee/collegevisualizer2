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Wellesley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Wellesley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Wellesley,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Wellesley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$67,176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$25,496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50620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59076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Wellesley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$84,803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$65,961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Wellesley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9339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Wellesley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100%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578976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5766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026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1731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715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Wellesley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777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600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Wellesley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Wellesley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