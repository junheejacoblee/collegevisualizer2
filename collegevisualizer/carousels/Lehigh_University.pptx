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Bethlehem,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554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$21,960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411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$105,584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$88,810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827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8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9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5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4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70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38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3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1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Lehigh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