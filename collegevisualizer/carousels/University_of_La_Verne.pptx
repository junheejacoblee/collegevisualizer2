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La Verne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Verne,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173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851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$65,464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24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72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4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6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2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5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0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895" cy="164592"/>
          </a:xfrm>
          <a:prstGeom prst="roundRect">
            <a:avLst>
              <a:gd name="adj" fmla="val 3736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