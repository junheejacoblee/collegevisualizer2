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Fe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Gainesville,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$9,189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242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941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99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06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60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1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0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75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2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