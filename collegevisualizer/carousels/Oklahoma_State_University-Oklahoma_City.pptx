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State University-Oklahoma City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634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719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95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011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35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34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8045" cy="164592"/>
          </a:xfrm>
          <a:prstGeom prst="roundRect">
            <a:avLst>
              <a:gd name="adj" fmla="val 2314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459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75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Oklahoma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