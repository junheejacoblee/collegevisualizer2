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577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048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157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221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0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7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944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70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776" cy="164592"/>
          </a:xfrm>
          <a:prstGeom prst="roundRect">
            <a:avLst>
              <a:gd name="adj" fmla="val 7655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