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488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$4,463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224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$13,393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$37,448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$33,233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349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492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60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3988" cy="164592"/>
          </a:xfrm>
          <a:prstGeom prst="roundRect">
            <a:avLst>
              <a:gd name="adj" fmla="val 2540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8196" cy="164592"/>
          </a:xfrm>
          <a:prstGeom prst="roundRect">
            <a:avLst>
              <a:gd name="adj" fmla="val 4677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01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21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