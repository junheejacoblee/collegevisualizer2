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Missouri-Columbia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07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563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96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2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0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7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1435" cy="164592"/>
          </a:xfrm>
          <a:prstGeom prst="roundRect">
            <a:avLst>
              <a:gd name="adj" fmla="val 258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3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9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29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