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 Haute,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$58,649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766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916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$101,253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$85,935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4162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7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3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7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7547" cy="164592"/>
          </a:xfrm>
          <a:prstGeom prst="roundRect">
            <a:avLst>
              <a:gd name="adj" fmla="val 2321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49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Rose-Hulman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Rose-Hulman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