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Greenwood,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$6,923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315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070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$31,430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610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19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3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9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47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42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Piedmont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