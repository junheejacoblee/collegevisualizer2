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Overland Park,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923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95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24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78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68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3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3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