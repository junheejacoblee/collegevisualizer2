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Beach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Worth,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21,956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399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$7,081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757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18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954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488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4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0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05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92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