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Gulf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Gulf Coast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Panama City,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3,934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Gulf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$8,635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$4,709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6417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$7,147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8463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Gulf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$38,359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$33,651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Gulf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Gulf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902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458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52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190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02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Gulf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380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993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Gulf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Gulf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