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720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78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$125,557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$77,171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47377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9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48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100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7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MCPHS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MCPHS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