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Community and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189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540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$9,055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18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5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72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98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8501" cy="164592"/>
          </a:xfrm>
          <a:prstGeom prst="roundRect">
            <a:avLst>
              <a:gd name="adj" fmla="val 625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040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39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Elizabethtown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