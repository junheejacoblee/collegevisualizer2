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Sacred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Sacred Heart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Fairfield, CT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7,087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Sacred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$50,404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$46,174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63545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96834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Sacred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$75,059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$63,925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Sacred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Sacred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0099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041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809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5409" cy="164592"/>
          </a:xfrm>
          <a:prstGeom prst="roundRect">
            <a:avLst>
              <a:gd name="adj" fmla="val 25154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6569" cy="164592"/>
          </a:xfrm>
          <a:prstGeom prst="roundRect">
            <a:avLst>
              <a:gd name="adj" fmla="val 3787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Sacred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468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994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5240" cy="164592"/>
          </a:xfrm>
          <a:prstGeom prst="roundRect">
            <a:avLst>
              <a:gd name="adj" fmla="val 25183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21033" cy="164592"/>
          </a:xfrm>
          <a:prstGeom prst="roundRect">
            <a:avLst>
              <a:gd name="adj" fmla="val 3022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Sacred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Sacred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