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Charles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Cottleville, MO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5,017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$6,096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1012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$5,837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4399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$6,187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$42,422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$37,087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285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860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87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34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7243" cy="164592"/>
          </a:xfrm>
          <a:prstGeom prst="roundRect">
            <a:avLst>
              <a:gd name="adj" fmla="val 2874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922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64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92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3619" cy="164592"/>
          </a:xfrm>
          <a:prstGeom prst="roundRect">
            <a:avLst>
              <a:gd name="adj" fmla="val 2381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