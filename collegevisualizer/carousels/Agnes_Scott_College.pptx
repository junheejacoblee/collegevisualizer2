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Agnes Scott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Decatur, GA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$50,604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$24,754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412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$26,749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977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$56,274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100%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893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170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405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067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577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609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965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Agnes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