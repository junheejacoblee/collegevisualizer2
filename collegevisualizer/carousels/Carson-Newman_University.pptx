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City,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60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588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27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24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7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6770" cy="164592"/>
          </a:xfrm>
          <a:prstGeom prst="roundRect">
            <a:avLst>
              <a:gd name="adj" fmla="val 2674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996" cy="164592"/>
          </a:xfrm>
          <a:prstGeom prst="roundRect">
            <a:avLst>
              <a:gd name="adj" fmla="val 731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8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3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9728" cy="164592"/>
          </a:xfrm>
          <a:prstGeom prst="roundRect">
            <a:avLst>
              <a:gd name="adj" fmla="val 3333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Carson-Newman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Carson-Newman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