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Bangor, ME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252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73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21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48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1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952" cy="164592"/>
          </a:xfrm>
          <a:prstGeom prst="roundRect">
            <a:avLst>
              <a:gd name="adj" fmla="val 4463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3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