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College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Williamsport,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$25,980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356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$23,961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600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0452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0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1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0460" cy="164592"/>
          </a:xfrm>
          <a:prstGeom prst="roundRect">
            <a:avLst>
              <a:gd name="adj" fmla="val 3640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4019" cy="164592"/>
          </a:xfrm>
          <a:prstGeom prst="roundRect">
            <a:avLst>
              <a:gd name="adj" fmla="val 571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01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5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0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Pennsylvania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