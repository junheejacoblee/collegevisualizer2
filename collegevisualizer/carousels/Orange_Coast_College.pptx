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Coast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Costa Mesa,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16,091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$11,640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$7,203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5576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23889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$47,348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$35,739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0850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2201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3157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178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734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9304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643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985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329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Orange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