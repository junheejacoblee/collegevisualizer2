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922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124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24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9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1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0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4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19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2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8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3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