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Kirkwood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Kirkwood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Cedar Rapids, IA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7,591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Kirkwood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184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$9,705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095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Kirkwood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$41,016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$37,525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Kirkwood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Kirkwood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7576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693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214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29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0214" cy="164592"/>
          </a:xfrm>
          <a:prstGeom prst="roundRect">
            <a:avLst>
              <a:gd name="adj" fmla="val 3318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Kirkwood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091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541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Kirkwood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Kirkwood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