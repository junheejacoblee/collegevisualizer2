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Greenville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Greenville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Greenville,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Greenville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$10,775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781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$11,713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1994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$15,392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Greenville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$39,473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$35,240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Greenville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Greenville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57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833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003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35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29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Greenville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213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01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891" cy="164592"/>
          </a:xfrm>
          <a:prstGeom prst="roundRect">
            <a:avLst>
              <a:gd name="adj" fmla="val 7637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Greenville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Greenville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