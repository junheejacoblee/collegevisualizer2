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Gulf Coast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Perkinston,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152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628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$28,421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72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64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1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0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7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000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79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3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9172" cy="164592"/>
          </a:xfrm>
          <a:prstGeom prst="roundRect">
            <a:avLst>
              <a:gd name="adj" fmla="val 6181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Mississippi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