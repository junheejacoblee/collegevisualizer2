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Michigan-Flint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Flint,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818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032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93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6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7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7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6541" cy="164592"/>
          </a:xfrm>
          <a:prstGeom prst="roundRect">
            <a:avLst>
              <a:gd name="adj" fmla="val 249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3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2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8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1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