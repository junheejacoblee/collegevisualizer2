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Georgia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32,137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52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168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$57,565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60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7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2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5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6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05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6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8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6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