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13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$20,937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3656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$55,443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31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9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40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938" cy="164592"/>
          </a:xfrm>
          <a:prstGeom prst="roundRect">
            <a:avLst>
              <a:gd name="adj" fmla="val 2858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0587" cy="164592"/>
          </a:xfrm>
          <a:prstGeom prst="roundRect">
            <a:avLst>
              <a:gd name="adj" fmla="val 5181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5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76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8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Cedarville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