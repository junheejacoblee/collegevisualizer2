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Waukesha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Waukesha County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Pewaukee,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Waukesha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$7,115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529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$11,101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7119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Waukesha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Waukesha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Waukesha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038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862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3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66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53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Waukesha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447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06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Waukesha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Waukesha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