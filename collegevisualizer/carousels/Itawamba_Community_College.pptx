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Itawamba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Itawamba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Fulton,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Itawamba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266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$4,616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005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$7,631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Itawamba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$30,851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Itawamba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Itawamba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073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292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38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24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627" cy="164592"/>
          </a:xfrm>
          <a:prstGeom prst="roundRect">
            <a:avLst>
              <a:gd name="adj" fmla="val 695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Itawamba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32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5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4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1579" cy="164592"/>
          </a:xfrm>
          <a:prstGeom prst="roundRect">
            <a:avLst>
              <a:gd name="adj" fmla="val 5109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Itawamba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Itawamba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