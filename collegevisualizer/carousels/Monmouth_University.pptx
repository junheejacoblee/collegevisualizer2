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Long Branch,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$30,988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16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017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$67,991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$55,825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14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27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2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6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251" cy="164592"/>
          </a:xfrm>
          <a:prstGeom prst="roundRect">
            <a:avLst>
              <a:gd name="adj" fmla="val 266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7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7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5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3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Monmouth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