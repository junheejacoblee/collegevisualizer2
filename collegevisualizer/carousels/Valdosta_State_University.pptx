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Valdosta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Valdosta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Valdosta, GA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6,622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Valdosta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$17,836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85653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$10,945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75290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$24,779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Valdosta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$49,361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$39,416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Valdosta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Valdosta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94158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5042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902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552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48331" cy="164592"/>
          </a:xfrm>
          <a:prstGeom prst="roundRect">
            <a:avLst>
              <a:gd name="adj" fmla="val 2465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Valdosta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4928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013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177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83559" cy="164592"/>
          </a:xfrm>
          <a:prstGeom prst="roundRect">
            <a:avLst>
              <a:gd name="adj" fmla="val 43773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Valdosta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Valdosta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