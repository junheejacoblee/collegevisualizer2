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Albany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Albany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Albany, GA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5,956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Albany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$17,008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69725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$11,898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8687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$25,024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Albany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$40,674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$35,579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Albany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Albany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25463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917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841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2180" cy="164592"/>
          </a:xfrm>
          <a:prstGeom prst="roundRect">
            <a:avLst>
              <a:gd name="adj" fmla="val 35796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Albany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955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717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901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4341" cy="164592"/>
          </a:xfrm>
          <a:prstGeom prst="roundRect">
            <a:avLst>
              <a:gd name="adj" fmla="val 67308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Albany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Albany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