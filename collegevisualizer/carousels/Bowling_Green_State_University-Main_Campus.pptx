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Bowling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Bowling Green State University-Main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Bowling Green,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12,812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Bowling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$22,448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6339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$24,022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81324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Bowling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$47,896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$41,281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Bowling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Bowling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998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35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069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08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2024" cy="164592"/>
          </a:xfrm>
          <a:prstGeom prst="roundRect">
            <a:avLst>
              <a:gd name="adj" fmla="val 5897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Bowling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392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266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031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98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Bowling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Bowling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