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Ames, IA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25,367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$28,881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$18,589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5428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$22,869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423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$63,386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$53,873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45%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55%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59718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00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383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7953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35202" cy="164592"/>
          </a:xfrm>
          <a:prstGeom prst="roundRect">
            <a:avLst>
              <a:gd name="adj" fmla="val 27053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6877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031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656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2343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Iowa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Iowa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