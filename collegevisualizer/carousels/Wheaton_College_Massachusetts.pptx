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$63,960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$29,822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5035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132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$67,725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31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39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7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3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70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7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38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6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4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Massachusetts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