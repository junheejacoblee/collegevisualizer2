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Pittsburgh-Johnstown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Johnstown,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1,808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$26,780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$18,202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9733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5935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$66,125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$54,240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5461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99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41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43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49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845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095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844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250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