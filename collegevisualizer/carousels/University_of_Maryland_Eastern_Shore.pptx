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Maryland Eastern Shore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Princess Anne,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5755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604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21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91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55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2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5740" cy="164592"/>
          </a:xfrm>
          <a:prstGeom prst="roundRect">
            <a:avLst>
              <a:gd name="adj" fmla="val 5563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268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081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7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134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