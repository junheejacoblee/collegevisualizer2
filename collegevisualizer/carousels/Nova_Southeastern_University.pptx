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Southeastern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Lauderdale,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$30,371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143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867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$59,209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$58,153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508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743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40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49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9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093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18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0034" cy="164592"/>
          </a:xfrm>
          <a:prstGeom prst="roundRect">
            <a:avLst>
              <a:gd name="adj" fmla="val 3656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