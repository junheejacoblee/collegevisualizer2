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Antelope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Antelope Valley Community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Lancaster,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Antelope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312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$3,860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254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Antelope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$28,110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Antelope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Antelope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95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93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883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70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83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Antelope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41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01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78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80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Antelope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Antelope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