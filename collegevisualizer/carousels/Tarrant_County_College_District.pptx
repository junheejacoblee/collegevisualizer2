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County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485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05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$9,104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34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7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7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56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3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24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61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4013" cy="164592"/>
          </a:xfrm>
          <a:prstGeom prst="roundRect">
            <a:avLst>
              <a:gd name="adj" fmla="val 3516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9342" cy="164592"/>
          </a:xfrm>
          <a:prstGeom prst="roundRect">
            <a:avLst>
              <a:gd name="adj" fmla="val 5274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Tarrant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Tarrant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