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Minnesota-Duluth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Duluth,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272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772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$52,840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296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0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0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7306" cy="164592"/>
          </a:xfrm>
          <a:prstGeom prst="roundRect">
            <a:avLst>
              <a:gd name="adj" fmla="val 2873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1393" cy="164592"/>
          </a:xfrm>
          <a:prstGeom prst="roundRect">
            <a:avLst>
              <a:gd name="adj" fmla="val 3283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222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80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28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5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