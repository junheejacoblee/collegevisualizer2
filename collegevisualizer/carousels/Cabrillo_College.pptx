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Cabrillo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Cabrillo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Aptos,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Cabrillo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$9,862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7032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$15,843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$14,380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0203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Cabrillo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$44,114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$34,990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Cabrillo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Cabrillo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8706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1296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611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68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6237" cy="164592"/>
          </a:xfrm>
          <a:prstGeom prst="roundRect">
            <a:avLst>
              <a:gd name="adj" fmla="val 5522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Cabrillo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276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9620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459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52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Cabrillo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Cabrillo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