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 City,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$30,783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75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202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$75,482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$63,688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656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49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73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6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15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19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71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8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7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Adelphi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Adelphi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