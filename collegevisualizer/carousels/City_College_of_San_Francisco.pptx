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College of San Francisco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Francisco,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17,348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$14,656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$6,906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6998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$8,218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2523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$45,805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$34,896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9459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495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3604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157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375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071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750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240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9436" cy="164592"/>
          </a:xfrm>
          <a:prstGeom prst="roundRect">
            <a:avLst>
              <a:gd name="adj" fmla="val 6153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