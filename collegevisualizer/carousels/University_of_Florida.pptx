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35,629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057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770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82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93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55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4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0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71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48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40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3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