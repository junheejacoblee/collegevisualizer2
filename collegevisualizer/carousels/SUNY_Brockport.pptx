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Brockport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Brockport,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$15,822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3947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$16,353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448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$54,496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$47,164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89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09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29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1704" cy="164592"/>
          </a:xfrm>
          <a:prstGeom prst="roundRect">
            <a:avLst>
              <a:gd name="adj" fmla="val 2581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9879" cy="164592"/>
          </a:xfrm>
          <a:prstGeom prst="roundRect">
            <a:avLst>
              <a:gd name="adj" fmla="val 2614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69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007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35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84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