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$34,484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$12,116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43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$21,672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940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$102,772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$89,432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3403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42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21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98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69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16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432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4714" cy="164592"/>
          </a:xfrm>
          <a:prstGeom prst="roundRect">
            <a:avLst>
              <a:gd name="adj" fmla="val 3492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