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College of Aurora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237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10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70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97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38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6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1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24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2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