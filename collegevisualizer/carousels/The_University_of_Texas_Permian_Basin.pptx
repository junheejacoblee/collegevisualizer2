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Permian Basin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Odessa,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79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757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$56,073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69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08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0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6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7196" cy="164592"/>
          </a:xfrm>
          <a:prstGeom prst="roundRect">
            <a:avLst>
              <a:gd name="adj" fmla="val 248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2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39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54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54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