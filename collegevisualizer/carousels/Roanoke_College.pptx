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Roanoke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Roanoke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Salem, VA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Roanoke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$38,068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543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146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Roanoke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$58,047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Roanoke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Roanoke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3836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85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93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36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6112" cy="164592"/>
          </a:xfrm>
          <a:prstGeom prst="roundRect">
            <a:avLst>
              <a:gd name="adj" fmla="val 4247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Roanoke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084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378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246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3961" cy="164592"/>
          </a:xfrm>
          <a:prstGeom prst="roundRect">
            <a:avLst>
              <a:gd name="adj" fmla="val 2230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Roanoke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Roanoke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