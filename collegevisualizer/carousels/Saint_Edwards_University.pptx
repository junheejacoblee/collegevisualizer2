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Edward's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$51,384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$25,578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754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$24,803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155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$58,826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$47,743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95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436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28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48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7115" cy="164592"/>
          </a:xfrm>
          <a:prstGeom prst="roundRect">
            <a:avLst>
              <a:gd name="adj" fmla="val 2328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761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4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0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