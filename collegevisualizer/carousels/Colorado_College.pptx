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Springs, CO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$70,734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24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243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$65,222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70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08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7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3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2308" cy="164592"/>
          </a:xfrm>
          <a:prstGeom prst="roundRect">
            <a:avLst>
              <a:gd name="adj" fmla="val 2570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92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