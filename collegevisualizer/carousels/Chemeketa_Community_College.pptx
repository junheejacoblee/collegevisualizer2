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77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$12,822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242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$40,968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77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812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38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2913" cy="164592"/>
          </a:xfrm>
          <a:prstGeom prst="roundRect">
            <a:avLst>
              <a:gd name="adj" fmla="val 2245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564" cy="164592"/>
          </a:xfrm>
          <a:prstGeom prst="roundRect">
            <a:avLst>
              <a:gd name="adj" fmla="val 3008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05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2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64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Chemeketa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Chemeketa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