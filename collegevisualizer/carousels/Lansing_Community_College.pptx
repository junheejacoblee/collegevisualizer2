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5310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989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$35,174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242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39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743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75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3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91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9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4427" cy="164592"/>
          </a:xfrm>
          <a:prstGeom prst="roundRect">
            <a:avLst>
              <a:gd name="adj" fmla="val 2939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4058" cy="164592"/>
          </a:xfrm>
          <a:prstGeom prst="roundRect">
            <a:avLst>
              <a:gd name="adj" fmla="val 3206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Lansing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Lansing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