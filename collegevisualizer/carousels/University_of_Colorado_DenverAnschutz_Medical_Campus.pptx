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Colorado Denver/Anschutz Medical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$29,391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067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679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$64,270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$52,475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64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56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33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43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7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6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25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24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26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