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MiraCosta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MiraCosta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Oceanside,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10,278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MiraCosta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$7,339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8715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6322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MiraCosta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$43,845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$37,965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MiraCosta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MiraCosta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446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991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41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541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86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MiraCosta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175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46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5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1475" cy="164592"/>
          </a:xfrm>
          <a:prstGeom prst="roundRect">
            <a:avLst>
              <a:gd name="adj" fmla="val 3011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MiraCosta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MiraCosta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