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del Sagrado Corazon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Santurce, PR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4,442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$6,410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56541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$12,924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15623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$31,754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$27,544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9549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178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5892" cy="164592"/>
          </a:xfrm>
          <a:prstGeom prst="roundRect">
            <a:avLst>
              <a:gd name="adj" fmla="val 48195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Universidad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