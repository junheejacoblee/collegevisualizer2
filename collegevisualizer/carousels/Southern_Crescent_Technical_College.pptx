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Crescent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Griffin,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415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$5,661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6480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$36,104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$30,708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1056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049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2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88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5545" cy="164592"/>
          </a:xfrm>
          <a:prstGeom prst="roundRect">
            <a:avLst>
              <a:gd name="adj" fmla="val 3828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51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74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37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