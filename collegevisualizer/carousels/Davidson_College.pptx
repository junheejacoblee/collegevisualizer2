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$64,410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707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514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$81,400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$62,866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43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65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1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4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7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6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9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Davidson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