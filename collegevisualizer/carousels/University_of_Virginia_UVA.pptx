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Virginia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Charlottesville,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17,597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$59,512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380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669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$86,863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$72,359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34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98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3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430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7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71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05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53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62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