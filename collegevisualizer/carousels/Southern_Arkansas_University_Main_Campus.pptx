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Arkansas University Main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Magnolia, AR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2,708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$15,690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2083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$14,027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6885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$42,386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$37,008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890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938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815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45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198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875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878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775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