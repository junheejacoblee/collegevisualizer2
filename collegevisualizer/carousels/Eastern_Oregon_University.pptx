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Oregon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Grande, OR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2,172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$25,431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$17,148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7593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9901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$50,112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$43,034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6591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515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39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1951" cy="164592"/>
          </a:xfrm>
          <a:prstGeom prst="roundRect">
            <a:avLst>
              <a:gd name="adj" fmla="val 2999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3819" cy="164592"/>
          </a:xfrm>
          <a:prstGeom prst="roundRect">
            <a:avLst>
              <a:gd name="adj" fmla="val 5731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231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231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319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127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