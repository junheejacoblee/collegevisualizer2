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$18,259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266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548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$22,457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$57,346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59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448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39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3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6720" cy="164592"/>
          </a:xfrm>
          <a:prstGeom prst="roundRect">
            <a:avLst>
              <a:gd name="adj" fmla="val 249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280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85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85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50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Westfield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Westfield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