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State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3,897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$18,112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$4,734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03726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6242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$40,256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$35,400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4186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317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854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39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3728" cy="164592"/>
          </a:xfrm>
          <a:prstGeom prst="roundRect">
            <a:avLst>
              <a:gd name="adj" fmla="val 2956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431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514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Columbia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