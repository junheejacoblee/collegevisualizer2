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Beach,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938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00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6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8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249" cy="164592"/>
          </a:xfrm>
          <a:prstGeom prst="roundRect">
            <a:avLst>
              <a:gd name="adj" fmla="val 3542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8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9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3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3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Bethune-Cookman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Bethune-Cookman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