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Hawaii at Manoa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Honolulu, HI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15,029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$34,218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$15,664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1666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14557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$57,624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$45,701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2736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1039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5523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8621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881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585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088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0763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305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