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Moyne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Syracuse,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2,439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$40,330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$22,277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9207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6321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$62,731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$53,493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4185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897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17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86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892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787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929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196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093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