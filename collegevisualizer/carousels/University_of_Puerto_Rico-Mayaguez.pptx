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Puerto Rico-Mayaguez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Mayaguez, PR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9,539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$5,274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16691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$17,936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82538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$48,992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$32,706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53573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070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966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414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29343" cy="164592"/>
          </a:xfrm>
          <a:prstGeom prst="roundRect">
            <a:avLst>
              <a:gd name="adj" fmla="val 28278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