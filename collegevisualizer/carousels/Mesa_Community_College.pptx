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14,460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3025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$12,132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$7,473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444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$44,034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7981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4612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864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887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58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437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861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51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9487" cy="164592"/>
          </a:xfrm>
          <a:prstGeom prst="roundRect">
            <a:avLst>
              <a:gd name="adj" fmla="val 3340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