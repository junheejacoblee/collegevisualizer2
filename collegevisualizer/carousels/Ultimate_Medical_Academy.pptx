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Medical Academy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Clearwater,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8,932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$20,457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$14,743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4727448"/>
            <a:ext cx="28600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$29,194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$24,687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96%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5578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27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Ultimate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