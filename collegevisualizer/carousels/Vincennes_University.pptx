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24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48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5371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64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29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1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8820" cy="164592"/>
          </a:xfrm>
          <a:prstGeom prst="roundRect">
            <a:avLst>
              <a:gd name="adj" fmla="val 4640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26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98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549" cy="164592"/>
          </a:xfrm>
          <a:prstGeom prst="roundRect">
            <a:avLst>
              <a:gd name="adj" fmla="val 7692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Vincennes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Vincennes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