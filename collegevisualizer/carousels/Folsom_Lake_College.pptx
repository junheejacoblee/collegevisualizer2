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 Lake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94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73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252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25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44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6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8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2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0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5263" cy="164592"/>
          </a:xfrm>
          <a:prstGeom prst="roundRect">
            <a:avLst>
              <a:gd name="adj" fmla="val 2919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Folsom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Folsom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