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 City,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$11,407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264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$10,453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147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$33,124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1462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02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843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78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2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49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53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76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8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