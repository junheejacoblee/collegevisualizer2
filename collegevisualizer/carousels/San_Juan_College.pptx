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Juan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Farmington, NM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4,304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$5,412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20282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$5,769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4812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$9,750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$36,513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$29,329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97056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0573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839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915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08848" cy="164592"/>
          </a:xfrm>
          <a:prstGeom prst="roundRect">
            <a:avLst>
              <a:gd name="adj" fmla="val 33603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7306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059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81181" cy="164592"/>
          </a:xfrm>
          <a:prstGeom prst="roundRect">
            <a:avLst>
              <a:gd name="adj" fmla="val 45055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64945" cy="164592"/>
          </a:xfrm>
          <a:prstGeom prst="roundRect">
            <a:avLst>
              <a:gd name="adj" fmla="val 56318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