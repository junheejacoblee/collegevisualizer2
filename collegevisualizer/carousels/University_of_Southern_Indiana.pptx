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Southern Indiana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Evansville, IN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5,292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$22,907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$12,923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3883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$20,105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8306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$47,605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$42,323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5229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37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60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29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9488" cy="164592"/>
          </a:xfrm>
          <a:prstGeom prst="roundRect">
            <a:avLst>
              <a:gd name="adj" fmla="val 3676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717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868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811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019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