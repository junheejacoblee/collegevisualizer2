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Drake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Drake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Moines, IA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2,543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Drake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$52,130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$29,127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21734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75091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Drake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$71,901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$58,233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Drake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Drake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2417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5774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745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283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826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Drake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2444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595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8695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497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Drake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Drake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