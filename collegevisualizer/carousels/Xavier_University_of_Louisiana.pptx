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 University of Louisiana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Orleans, LA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2,628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$28,733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$17,127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6551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$24,053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2211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$52,184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$40,643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3676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46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43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9287" cy="164592"/>
          </a:xfrm>
          <a:prstGeom prst="roundRect">
            <a:avLst>
              <a:gd name="adj" fmla="val 3066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811" cy="164592"/>
          </a:xfrm>
          <a:prstGeom prst="roundRect">
            <a:avLst>
              <a:gd name="adj" fmla="val 7650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329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954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84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192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Xavier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