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Wisconsin-Green Bay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Bay,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6,341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$17,288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0850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$13,369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6782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$52,528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$46,546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978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023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51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29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4214" cy="164592"/>
          </a:xfrm>
          <a:prstGeom prst="roundRect">
            <a:avLst>
              <a:gd name="adj" fmla="val 2227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809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488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072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009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