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Chatham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Chatham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Pittsburgh,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Chatham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$44,626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$29,954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637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6757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Chatham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$52,410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$48,709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Chatham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Chatham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0100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23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3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70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Chatham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694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263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0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Chatham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Chatham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