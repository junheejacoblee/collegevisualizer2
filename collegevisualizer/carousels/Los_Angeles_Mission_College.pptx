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Angeles Mission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Sylmar,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7,999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$10,572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13564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$13,380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$12,678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76028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$39,834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$34,437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6475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968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705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82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1539" cy="164592"/>
          </a:xfrm>
          <a:prstGeom prst="roundRect">
            <a:avLst>
              <a:gd name="adj" fmla="val 360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028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717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481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235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