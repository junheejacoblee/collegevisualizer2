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Duke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Duke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Durham, NC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6,442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Duke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$68,758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$29,612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0911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75031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Duke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$97,800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$85,792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Duke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Duke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1198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701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661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289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696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Duke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283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2032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4274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003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Duke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Duke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