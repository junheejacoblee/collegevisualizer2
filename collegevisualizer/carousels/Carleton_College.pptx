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Northfield,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$68,892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635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648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$75,525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83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35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20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8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0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40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8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Carleton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Carleton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