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Harvey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Harvey Mudd College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Claremont, CA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1545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$68,613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$35,924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07780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44597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$138,687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$115,107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804672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804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99339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339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51%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49%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93980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7452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43257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02895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88533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9836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Harvey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Harvey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