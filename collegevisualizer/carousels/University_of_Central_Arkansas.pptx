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of Central Arkansas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Conway, AR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89%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1118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54%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89%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Enrollment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1118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7,762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54%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$18,023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515394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$16,511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3220478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$20,346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$45,938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$36,670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+25%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62%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38%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611136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64%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109030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57195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34251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136614" cy="164592"/>
          </a:xfrm>
          <a:prstGeom prst="roundRect">
            <a:avLst>
              <a:gd name="adj" fmla="val 26773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19.0%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299557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17.1%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840863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4.8%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80582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4.6%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Humanities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472985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2.7%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University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2026-06-11T21:08:35Z</dcterms:created>
  <dcterms:modified xsi:type="dcterms:W3CDTF">2026-06-11T21:08:35Z</dcterms:modified>
</cp:coreProperties>
</file>