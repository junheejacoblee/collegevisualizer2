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Hanover, NH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$68,268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59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172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$97,434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$82,541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960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31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4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6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7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2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5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6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Dartmouth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