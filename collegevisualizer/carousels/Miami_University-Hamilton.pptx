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University-Hamilton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$19,407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485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473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02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990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1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38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8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05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22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254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