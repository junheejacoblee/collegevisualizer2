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$19,531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003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92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$56,662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70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93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9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1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1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44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9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9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7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