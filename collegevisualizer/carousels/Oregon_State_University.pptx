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Corvallis, OR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30,743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$38,190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3714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$21,221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0517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$64,010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$50,843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85169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6129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288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633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42022" cy="164592"/>
          </a:xfrm>
          <a:prstGeom prst="roundRect">
            <a:avLst>
              <a:gd name="adj" fmla="val 25754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45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7702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2610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269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Oregon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Oregon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