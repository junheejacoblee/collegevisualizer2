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State,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18,397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$27,637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$17,595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265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$22,142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7944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$51,513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456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07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4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9668" cy="164592"/>
          </a:xfrm>
          <a:prstGeom prst="roundRect">
            <a:avLst>
              <a:gd name="adj" fmla="val 2290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5000" cy="164592"/>
          </a:xfrm>
          <a:prstGeom prst="roundRect">
            <a:avLst>
              <a:gd name="adj" fmla="val 3850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321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92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4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4909" cy="164592"/>
          </a:xfrm>
          <a:prstGeom prst="roundRect">
            <a:avLst>
              <a:gd name="adj" fmla="val 4307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Mississippi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