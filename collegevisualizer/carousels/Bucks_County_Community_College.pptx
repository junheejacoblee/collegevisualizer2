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Bucks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Bucks County Community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Newtown, PA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5,289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Bucks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$13,963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$6,389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815851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410582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Bucks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$47,324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$39,454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+20%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Bucks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Bucks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60%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40%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474899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87260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48174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40738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9320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Bucks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24.0%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99557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21.6%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17881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8.5%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24963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8028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Bucks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Bucks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2026-06-11T21:08:39Z</dcterms:created>
  <dcterms:modified xsi:type="dcterms:W3CDTF">2026-06-11T21:08:39Z</dcterms:modified>
</cp:coreProperties>
</file>