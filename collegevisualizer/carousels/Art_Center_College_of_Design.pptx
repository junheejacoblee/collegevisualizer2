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Center College of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$54,170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$48,661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649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710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$71,958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04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19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89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48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54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