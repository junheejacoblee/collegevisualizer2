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Colgate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Colgate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Hamilton,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Colgate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$70,306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248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8466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Colgate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$85,139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$64,949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Colgate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Colgate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22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215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83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3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84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Colgate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34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64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Colgate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Colgate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