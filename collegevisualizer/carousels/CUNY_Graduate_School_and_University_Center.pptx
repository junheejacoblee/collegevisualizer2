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Graduate School and University Center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$15,185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$12,584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727448"/>
            <a:ext cx="328874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$65,991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$68,616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27%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2047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157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62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77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87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334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786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09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