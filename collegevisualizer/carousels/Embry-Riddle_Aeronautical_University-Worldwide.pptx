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Aeronautical University-Worldwide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Beach,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$12,097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285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399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$23,666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$84,131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$65,391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9432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72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9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8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2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86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Embry-Riddle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