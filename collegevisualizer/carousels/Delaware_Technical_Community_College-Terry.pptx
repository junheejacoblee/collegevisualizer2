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Delaware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Delaware Technical Community College-Terry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Dover, DE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10,867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Delaware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$12,308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$11,578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73312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38553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Delaware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$41,448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$35,336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Delaware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Delaware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2419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963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8722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751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174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Delaware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0888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222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Delaware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Delaware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