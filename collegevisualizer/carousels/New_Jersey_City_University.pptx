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Jersey City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Jersey City, NJ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3,681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$14,460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10186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$16,053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44358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$52,745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$45,918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0010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7641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146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658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150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487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402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550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855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