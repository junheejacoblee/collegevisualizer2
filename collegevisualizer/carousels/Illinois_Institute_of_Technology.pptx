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$52,386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578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938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$82,592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$70,803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9971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88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5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82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7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27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81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