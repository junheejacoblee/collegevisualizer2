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Atlanta, GA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268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847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$55,232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407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30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7098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097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95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398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Oglethorpe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Oglethorpe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