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Howard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Howard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Columbia, MD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6,649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Howard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$9,624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43059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$11,133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74285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Howard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$49,020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$39,195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Howard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Howard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8736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8500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0329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6026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8552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Howard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6493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497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931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Howard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Howard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