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Maryland-Baltimore County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Baltimore, MD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1323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10,701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$31,275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$16,467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89504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47436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$69,960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$55,137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64298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0360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5071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46802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4508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30576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601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584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9202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