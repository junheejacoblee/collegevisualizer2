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Dakota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Brookings, SD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9,198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$12,809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863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$19,841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866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$49,564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90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7436" cy="164592"/>
          </a:xfrm>
          <a:prstGeom prst="roundRect">
            <a:avLst>
              <a:gd name="adj" fmla="val 24808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057" cy="164592"/>
          </a:xfrm>
          <a:prstGeom prst="roundRect">
            <a:avLst>
              <a:gd name="adj" fmla="val 35491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1499" cy="164592"/>
          </a:xfrm>
          <a:prstGeom prst="roundRect">
            <a:avLst>
              <a:gd name="adj" fmla="val 5115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089" cy="164592"/>
          </a:xfrm>
          <a:prstGeom prst="roundRect">
            <a:avLst>
              <a:gd name="adj" fmla="val 5619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558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54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84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0354" cy="164592"/>
          </a:xfrm>
          <a:prstGeom prst="roundRect">
            <a:avLst>
              <a:gd name="adj" fmla="val 3644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