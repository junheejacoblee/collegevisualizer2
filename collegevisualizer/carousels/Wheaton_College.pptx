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503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258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$63,756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61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446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384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1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0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956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998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6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Wheaton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