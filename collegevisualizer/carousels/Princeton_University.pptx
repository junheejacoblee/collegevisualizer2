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5,709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$6,128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79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$10,320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6533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$110,066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$87,815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94944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043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206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93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39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78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82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5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48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2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Princeton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