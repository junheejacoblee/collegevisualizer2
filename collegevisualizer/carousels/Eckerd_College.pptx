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Petersburg,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119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651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685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6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7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4154" cy="164592"/>
          </a:xfrm>
          <a:prstGeom prst="roundRect">
            <a:avLst>
              <a:gd name="adj" fmla="val 2228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251" cy="164592"/>
          </a:xfrm>
          <a:prstGeom prst="roundRect">
            <a:avLst>
              <a:gd name="adj" fmla="val 3577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06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86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1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0517" cy="164592"/>
          </a:xfrm>
          <a:prstGeom prst="roundRect">
            <a:avLst>
              <a:gd name="adj" fmla="val 604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Eckerd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