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Fairmont, WV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761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68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41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7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1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0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9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4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4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