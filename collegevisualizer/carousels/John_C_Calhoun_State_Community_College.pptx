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C Calhoun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Tanner,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7306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$7,660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3322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$38,192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634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606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48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000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6552" cy="164592"/>
          </a:xfrm>
          <a:prstGeom prst="roundRect">
            <a:avLst>
              <a:gd name="adj" fmla="val 2495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561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619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