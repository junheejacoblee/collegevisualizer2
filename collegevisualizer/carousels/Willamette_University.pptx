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Willamette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Willamette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Salem, OR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Willamette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$51,156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87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678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Willamette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$56,911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Willamette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Willamette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67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0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3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8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6451" cy="164592"/>
          </a:xfrm>
          <a:prstGeom prst="roundRect">
            <a:avLst>
              <a:gd name="adj" fmla="val 233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Willamette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17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75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9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7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Willamette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Willamette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