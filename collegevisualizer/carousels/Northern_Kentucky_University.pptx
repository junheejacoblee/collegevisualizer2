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Kentucky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Highland Heights,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807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133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83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0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1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97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387" cy="164592"/>
          </a:xfrm>
          <a:prstGeom prst="roundRect">
            <a:avLst>
              <a:gd name="adj" fmla="val 3406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254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46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4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6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