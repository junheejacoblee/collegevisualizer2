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$65,494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026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603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$80,257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$56,211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92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80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27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57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02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5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35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1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Swarthmore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Swarthmore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