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Arlington,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25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245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$57,801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11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90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11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960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59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6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6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2456" cy="164592"/>
          </a:xfrm>
          <a:prstGeom prst="roundRect">
            <a:avLst>
              <a:gd name="adj" fmla="val 395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Marymount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