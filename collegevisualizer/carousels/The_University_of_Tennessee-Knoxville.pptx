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University of Tennessee-Knoxville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Knoxville, TN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30,418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$33,256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$18,976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6443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4630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$60,249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$47,782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9923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572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812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009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004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684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144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671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422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