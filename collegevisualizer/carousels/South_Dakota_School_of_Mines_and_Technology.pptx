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Dakota School of Mines and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City, SD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900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$20,183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65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$72,257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2261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2539" cy="164592"/>
          </a:xfrm>
          <a:prstGeom prst="roundRect">
            <a:avLst>
              <a:gd name="adj" fmla="val 2759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469" cy="164592"/>
          </a:xfrm>
          <a:prstGeom prst="roundRect">
            <a:avLst>
              <a:gd name="adj" fmla="val 383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3633" cy="164592"/>
          </a:xfrm>
          <a:prstGeom prst="roundRect">
            <a:avLst>
              <a:gd name="adj" fmla="val 496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04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