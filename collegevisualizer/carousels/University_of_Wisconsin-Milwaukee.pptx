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Wisconsin-Milwaukee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6462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$15,014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905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$54,990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$45,851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50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11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5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04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7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84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26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086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83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