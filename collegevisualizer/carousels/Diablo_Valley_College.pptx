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Diablo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Diablo Valley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Pleasant Hill,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15,358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Diablo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$10,320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$8,312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19633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$10,021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85351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Diablo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$51,378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$38,306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Diablo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Diablo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96821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7775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4323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1635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8687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Diablo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9004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8291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1649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901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Diablo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Diablo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