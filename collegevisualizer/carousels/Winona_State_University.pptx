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Winona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Winona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Winona, MN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5,144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Winona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$17,308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19473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$17,503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23072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Winona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$58,532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$51,288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Winona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Winona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8042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34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072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806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67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Winona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178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070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276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931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Winona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Winona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