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of Arkansas-Fort Smith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Fort Smith, AR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1050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1050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4,091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$12,182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2648998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$10,574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299336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$18,250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$41,102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$35,925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+14%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62%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38%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603599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47715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77322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39287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30958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15.0%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90829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8.6%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62130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2.8%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46597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155326" cy="164592"/>
          </a:xfrm>
          <a:prstGeom prst="roundRect">
            <a:avLst>
              <a:gd name="adj" fmla="val 23548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University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2026-06-11T21:08:38Z</dcterms:created>
  <dcterms:modified xsi:type="dcterms:W3CDTF">2026-06-11T21:08:38Z</dcterms:modified>
</cp:coreProperties>
</file>