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California-Irvine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Irvine,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30,197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$49,922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$14,251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3286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19240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$80,735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$56,210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22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725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148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979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60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339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218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554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897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