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Illinois Urbana-Champaign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Champaign,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36,258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19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032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$81,054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$64,802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827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6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939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7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5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94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01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786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47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