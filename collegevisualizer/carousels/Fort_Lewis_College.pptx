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Lewis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Durango,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886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$18,389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901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$36,352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99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59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6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2291" cy="164592"/>
          </a:xfrm>
          <a:prstGeom prst="roundRect">
            <a:avLst>
              <a:gd name="adj" fmla="val 2253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91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74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4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0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