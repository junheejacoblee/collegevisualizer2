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Texas A &amp; M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Canyon,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378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$19,487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58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$50,741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98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962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50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53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8022" cy="164592"/>
          </a:xfrm>
          <a:prstGeom prst="roundRect">
            <a:avLst>
              <a:gd name="adj" fmla="val 2314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068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920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12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47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