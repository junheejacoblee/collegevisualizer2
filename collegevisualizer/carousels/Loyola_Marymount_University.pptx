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Marymount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$62,357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790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410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$78,349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$62,763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38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407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5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6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30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7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4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5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2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