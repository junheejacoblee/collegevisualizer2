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Beaumont,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988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423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57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7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21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5316" cy="164592"/>
          </a:xfrm>
          <a:prstGeom prst="roundRect">
            <a:avLst>
              <a:gd name="adj" fmla="val 3473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28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37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Lamar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