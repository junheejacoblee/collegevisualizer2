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Peay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Clarksville, TN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1088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7,560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$14,766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2851940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$9,735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1880241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$20,547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$44,301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$38,779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+14%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59%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41%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39953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84542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0093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5313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64056" cy="164592"/>
          </a:xfrm>
          <a:prstGeom prst="roundRect">
            <a:avLst>
              <a:gd name="adj" fmla="val 2229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92497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94137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90775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7068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Austin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Austin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2026-06-11T21:08:38Z</dcterms:created>
  <dcterms:modified xsi:type="dcterms:W3CDTF">2026-06-11T21:08:38Z</dcterms:modified>
</cp:coreProperties>
</file>