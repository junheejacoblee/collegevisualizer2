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William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William Rainey Harper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Palatine, IL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9,313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William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$11,874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$11,607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87926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$10,184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40366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William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$48,071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$40,035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William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William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6503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3328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26615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795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316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William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0217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870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857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William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William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