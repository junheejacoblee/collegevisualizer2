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Wesleyan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Bloomington,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$57,704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$28,199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393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568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$70,871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$56,082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766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593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1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7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0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5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04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8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9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