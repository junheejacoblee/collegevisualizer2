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Monica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Monica,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$2,779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299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904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99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27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7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31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2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346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0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6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2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