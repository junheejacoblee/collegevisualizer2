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Quinsigamond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Quinsigamond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6,447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Quinsigamond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$11,206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8301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763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Quinsigamond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$45,949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$38,351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Quinsigamond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Quinsigamond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896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436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907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69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49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Quinsigamond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312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068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50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Quinsigamond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Quinsigamond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