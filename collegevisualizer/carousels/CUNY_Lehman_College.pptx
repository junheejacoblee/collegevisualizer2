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Lehman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Bronx,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$3,148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1333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291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$51,067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82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907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61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58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2078" cy="164592"/>
          </a:xfrm>
          <a:prstGeom prst="roundRect">
            <a:avLst>
              <a:gd name="adj" fmla="val 2996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563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227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13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