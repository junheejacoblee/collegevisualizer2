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$40,025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$27,171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9401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$20,714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538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$53,990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$45,505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56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500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31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99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8810" cy="164592"/>
          </a:xfrm>
          <a:prstGeom prst="roundRect">
            <a:avLst>
              <a:gd name="adj" fmla="val 3078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736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60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74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94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