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Oklahoma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Oklahoma City Community College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Oklahoma City, OK  ·  Public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9,758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Oklahoma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$9,810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3747684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$4,739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1810426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$10,388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Oklahoma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$38,146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$33,947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+12%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Oklahoma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Oklahoma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66%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34%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3826215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39%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2596585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1094463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894321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476128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Oklahoma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20.6%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1567264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9.7%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1438005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8.9%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403934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2.5%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4325112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12064" y="44531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Science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450592" y="4517136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9" name="Shape 27"/>
          <p:cNvSpPr/>
          <p:nvPr/>
        </p:nvSpPr>
        <p:spPr>
          <a:xfrm>
            <a:off x="2450592" y="4517136"/>
            <a:ext cx="371619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0" name="Text 28"/>
          <p:cNvSpPr/>
          <p:nvPr/>
        </p:nvSpPr>
        <p:spPr>
          <a:xfrm>
            <a:off x="5870448" y="44531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2.3%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Oklahoma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Oklahoma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2026-06-11T21:08:40Z</dcterms:created>
  <dcterms:modified xsi:type="dcterms:W3CDTF">2026-06-11T21:08:40Z</dcterms:modified>
</cp:coreProperties>
</file>