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Tahlequah,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509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43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$17,367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92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6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00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2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27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0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6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5436" cy="164592"/>
          </a:xfrm>
          <a:prstGeom prst="roundRect">
            <a:avLst>
              <a:gd name="adj" fmla="val 3168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