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Wisconsin-Madison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36,902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$42,103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$17,354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3573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3075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$73,792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$61,275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951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69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83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55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34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463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053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971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71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