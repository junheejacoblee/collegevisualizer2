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Lawrence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Lawrence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Appleton, WI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1,396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Lawrence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$56,982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$23,401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2975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1076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Lawrence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$55,789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$40,653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Lawrence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Lawrence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9430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609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731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82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87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Lawrence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062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800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236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Lawrence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Lawrence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