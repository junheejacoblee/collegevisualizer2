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Hartford,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532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897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$90,779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$67,628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53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5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8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33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99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61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2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5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