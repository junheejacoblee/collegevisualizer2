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Bonaventure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Bonaventure,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44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722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748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6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167" cy="164592"/>
          </a:xfrm>
          <a:prstGeom prst="roundRect">
            <a:avLst>
              <a:gd name="adj" fmla="val 3175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0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5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2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4696" cy="164592"/>
          </a:xfrm>
          <a:prstGeom prst="roundRect">
            <a:avLst>
              <a:gd name="adj" fmla="val 2933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