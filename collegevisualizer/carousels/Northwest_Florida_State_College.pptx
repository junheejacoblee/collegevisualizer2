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Florida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Niceville,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$10,612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$4,571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0938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$7,932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6627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$39,664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$33,606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1895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666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324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157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30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644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15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Northwest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