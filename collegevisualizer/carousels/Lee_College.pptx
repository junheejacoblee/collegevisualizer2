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Baytown,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5,116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74619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$6,879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63990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$42,178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$37,219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56182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637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693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023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4781" cy="164592"/>
          </a:xfrm>
          <a:prstGeom prst="roundRect">
            <a:avLst>
              <a:gd name="adj" fmla="val 3186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91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6162" cy="164592"/>
          </a:xfrm>
          <a:prstGeom prst="roundRect">
            <a:avLst>
              <a:gd name="adj" fmla="val 2686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