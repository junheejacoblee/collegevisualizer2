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Fox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Newberg,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$31,679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407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511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$59,761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$53,568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96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201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7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59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114" cy="164592"/>
          </a:xfrm>
          <a:prstGeom prst="roundRect">
            <a:avLst>
              <a:gd name="adj" fmla="val 3205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96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6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99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1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