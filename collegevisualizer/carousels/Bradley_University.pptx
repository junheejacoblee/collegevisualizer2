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Peoria,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85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14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$66,852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$59,114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183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7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5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83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4298" cy="164592"/>
          </a:xfrm>
          <a:prstGeom prst="roundRect">
            <a:avLst>
              <a:gd name="adj" fmla="val 2370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398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51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70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8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Bradley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