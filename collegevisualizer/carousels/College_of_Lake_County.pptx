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Lake County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Grayslake,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964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$8,735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072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105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166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2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56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8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11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3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4723" cy="164592"/>
          </a:xfrm>
          <a:prstGeom prst="roundRect">
            <a:avLst>
              <a:gd name="adj" fmla="val 4317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