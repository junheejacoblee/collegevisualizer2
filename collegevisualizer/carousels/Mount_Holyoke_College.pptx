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Holyoke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Hadley,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2,169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$67,018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$26,441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6571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$22,902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561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$58,418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$48,590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100%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195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386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393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41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858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967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Mount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