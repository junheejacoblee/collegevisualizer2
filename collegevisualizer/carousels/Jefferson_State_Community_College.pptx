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Jefferson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Jefferson State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Birmingham, AL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5,470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Jefferson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$8,970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67400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$9,086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72151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$9,689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Jefferson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$40,719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$35,502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Jefferson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Jefferson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8795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994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888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867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9289" cy="164592"/>
          </a:xfrm>
          <a:prstGeom prst="roundRect">
            <a:avLst>
              <a:gd name="adj" fmla="val 2296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Jefferson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962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954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Jefferson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Jefferson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