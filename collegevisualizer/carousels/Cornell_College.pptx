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Vernon, IA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$52,660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$23,634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810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347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$53,460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$39,299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8530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910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016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26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5674" cy="164592"/>
          </a:xfrm>
          <a:prstGeom prst="roundRect">
            <a:avLst>
              <a:gd name="adj" fmla="val 6569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180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41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104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79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Cornell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