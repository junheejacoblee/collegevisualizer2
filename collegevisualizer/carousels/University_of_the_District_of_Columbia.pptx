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the District of Columbia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Washington, DC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3,351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$12,514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99669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$10,648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69896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$24,872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$44,236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$36,358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89230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9484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411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60290" cy="164592"/>
          </a:xfrm>
          <a:prstGeom prst="roundRect">
            <a:avLst>
              <a:gd name="adj" fmla="val 22819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9556" cy="164592"/>
          </a:xfrm>
          <a:prstGeom prst="roundRect">
            <a:avLst>
              <a:gd name="adj" fmla="val 33386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1415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158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3158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9030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