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Taft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Taft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Taft, CA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3,556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Taft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$10,852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$2,823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032350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$NaN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Taft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$38,861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$33,687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Taft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Taft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48%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52%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768209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03464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2998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26890" cy="164592"/>
          </a:xfrm>
          <a:prstGeom prst="roundRect">
            <a:avLst>
              <a:gd name="adj" fmla="val 28825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04928" cy="164592"/>
          </a:xfrm>
          <a:prstGeom prst="roundRect">
            <a:avLst>
              <a:gd name="adj" fmla="val 34858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Taft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03556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7.4%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68768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35759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Taft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Taft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