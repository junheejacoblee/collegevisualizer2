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Texas A&amp;M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$22,326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$11,841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0476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439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$50,296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$43,157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75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713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597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22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1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700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539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102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41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