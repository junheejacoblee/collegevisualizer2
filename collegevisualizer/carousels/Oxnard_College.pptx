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Oxnard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Oxnard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Oxnard,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6,240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Oxnard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$9,615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$-1,128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Oxnard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$41,393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$34,643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Oxnard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Oxnard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8358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999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7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99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2775" cy="164592"/>
          </a:xfrm>
          <a:prstGeom prst="roundRect">
            <a:avLst>
              <a:gd name="adj" fmla="val 3558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Oxnard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215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712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329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4773" cy="164592"/>
          </a:xfrm>
          <a:prstGeom prst="roundRect">
            <a:avLst>
              <a:gd name="adj" fmla="val 3186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Oxnard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Oxnard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