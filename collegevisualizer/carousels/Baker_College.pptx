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Owosso,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636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85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55957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9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1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8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031" cy="164592"/>
          </a:xfrm>
          <a:prstGeom prst="roundRect">
            <a:avLst>
              <a:gd name="adj" fmla="val 3693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0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4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