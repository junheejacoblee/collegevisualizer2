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State University-Fresno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Fresno,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21,605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$19,950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9245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$14,505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8536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$61,244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$44,012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867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523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526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63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20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125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735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531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158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