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Texas at Austin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42,855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$44,908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$19,857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5475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1157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$75,121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$60,896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4851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8710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5073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330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606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944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4793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114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623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