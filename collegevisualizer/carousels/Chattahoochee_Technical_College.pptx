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Chattahoochee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Chattahoochee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Marietta,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8,727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Chattahoochee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$6,108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$3,407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1360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Chattahoochee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$37,138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$31,998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Chattahoochee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Chattahoochee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9344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185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117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677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87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Chattahoochee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535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9009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3818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Chattahoochee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Chattahoochee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