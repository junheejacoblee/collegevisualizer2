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College University of Montana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Helena, MT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806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554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873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8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1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6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2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Helena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