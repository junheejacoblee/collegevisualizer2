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Carolina at Greensboro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Greensboro,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122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$22,858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777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$48,160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482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70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181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40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24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66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749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49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62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