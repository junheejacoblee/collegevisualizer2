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Valley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Saratoga,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$3,423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6103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$51,688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$41,764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46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576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898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217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82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289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198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98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9943" cy="164592"/>
          </a:xfrm>
          <a:prstGeom prst="roundRect">
            <a:avLst>
              <a:gd name="adj" fmla="val 3049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