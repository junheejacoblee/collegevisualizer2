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Victorville,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631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$30,153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83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87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5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4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215" cy="164592"/>
          </a:xfrm>
          <a:prstGeom prst="roundRect">
            <a:avLst>
              <a:gd name="adj" fmla="val 628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02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6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0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646" cy="164592"/>
          </a:xfrm>
          <a:prstGeom prst="roundRect">
            <a:avLst>
              <a:gd name="adj" fmla="val 4835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Victor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