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John's University-New York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Queens,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$53,020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$29,999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453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712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$69,571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$54,189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18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609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91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42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69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39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9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26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88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St.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