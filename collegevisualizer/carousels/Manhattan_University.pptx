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Riverdale,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$53,400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$27,256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2556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3222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$86,316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$64,472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33051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851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439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186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719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892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662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91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351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Manhattan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