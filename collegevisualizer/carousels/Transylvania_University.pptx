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Transylvania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Transylvania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Lexington, KY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Transylvania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553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860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Transylvania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$54,705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$40,447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Transylvania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Transylvania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66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34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17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17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3079" cy="164592"/>
          </a:xfrm>
          <a:prstGeom prst="roundRect">
            <a:avLst>
              <a:gd name="adj" fmla="val 3234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Transylvania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920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038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06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Transylvania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Transylvania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