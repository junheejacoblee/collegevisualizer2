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West Florida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Pensacola, FL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9,330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$19,241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$9,364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93134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$16,624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42873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$49,137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$42,204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1895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229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981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242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448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9124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275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620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5332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