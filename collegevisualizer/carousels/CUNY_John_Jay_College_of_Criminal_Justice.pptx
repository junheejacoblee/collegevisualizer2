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John Jay College of Criminal Justice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York, NY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11,590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$15,420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$3,203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82432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83096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$56,195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$50,293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8708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5344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5133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9627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078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460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17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CUNY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CUNY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