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Olaf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Northfield,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$59,760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854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265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$65,543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67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1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5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5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57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7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7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