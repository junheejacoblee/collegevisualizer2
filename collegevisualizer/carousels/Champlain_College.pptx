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Champlain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Champlain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Burlington, VT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Champlain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$47,850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$35,860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7409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$26,814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2385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Champlain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$58,386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$48,844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Champlain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Champlain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26906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383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317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76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5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Champlain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813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6473" cy="164592"/>
          </a:xfrm>
          <a:prstGeom prst="roundRect">
            <a:avLst>
              <a:gd name="adj" fmla="val 26801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6473" cy="164592"/>
          </a:xfrm>
          <a:prstGeom prst="roundRect">
            <a:avLst>
              <a:gd name="adj" fmla="val 26801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Champlain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Champlain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