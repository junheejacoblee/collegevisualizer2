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Vista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044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483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73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59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3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9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9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6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6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