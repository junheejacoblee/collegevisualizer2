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Hillsdale, MI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1415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1,573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$33,189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51983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2808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5205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Hillsdale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Hillsdale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