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Chester,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342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226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$70,920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$63,375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38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13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2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4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4452" cy="164592"/>
          </a:xfrm>
          <a:prstGeom prst="roundRect">
            <a:avLst>
              <a:gd name="adj" fmla="val 350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8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5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02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4411" cy="164592"/>
          </a:xfrm>
          <a:prstGeom prst="roundRect">
            <a:avLst>
              <a:gd name="adj" fmla="val 2368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Widener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