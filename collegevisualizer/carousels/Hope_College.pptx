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Holland, MI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$41,970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$27,182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7020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$26,800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3408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$58,427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$49,727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8939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422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104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94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2045" cy="164592"/>
          </a:xfrm>
          <a:prstGeom prst="roundRect">
            <a:avLst>
              <a:gd name="adj" fmla="val 277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608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821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525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607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Hope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