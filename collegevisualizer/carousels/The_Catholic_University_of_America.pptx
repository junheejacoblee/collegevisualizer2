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Catholic University of America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Washington, DC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3,154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$58,378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$29,561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0953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76746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$73,250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$63,217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2126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7137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697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897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528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6984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642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766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424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