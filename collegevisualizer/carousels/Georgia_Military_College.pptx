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Military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Milledgeville,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$8,112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022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$16,923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$8,563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080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$32,351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15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02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64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93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34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407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1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9385" cy="164592"/>
          </a:xfrm>
          <a:prstGeom prst="roundRect">
            <a:avLst>
              <a:gd name="adj" fmla="val 3343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