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Massachusetts-Lowell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Lowell,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11,434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$36,264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$17,163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782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$23,704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940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$64,874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$61,467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4551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437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71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689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65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137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35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578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636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