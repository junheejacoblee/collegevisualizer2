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Germanna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Germanna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Locust Grove,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878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618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$39,644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911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959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44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1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7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67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91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4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Germanna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