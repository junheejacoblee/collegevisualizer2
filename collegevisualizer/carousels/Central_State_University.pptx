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Wilberforce,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2985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907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$30,739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$27,173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08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10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2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29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476" cy="164592"/>
          </a:xfrm>
          <a:prstGeom prst="roundRect">
            <a:avLst>
              <a:gd name="adj" fmla="val 697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4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303" cy="164592"/>
          </a:xfrm>
          <a:prstGeom prst="roundRect">
            <a:avLst>
              <a:gd name="adj" fmla="val 41895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