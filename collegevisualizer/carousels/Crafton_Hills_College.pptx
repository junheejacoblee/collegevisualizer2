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Crafton Hills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Yucaipa,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5,687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$14,556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8924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$42,553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$35,077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880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64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01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73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187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629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261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15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9185" cy="164592"/>
          </a:xfrm>
          <a:prstGeom prst="roundRect">
            <a:avLst>
              <a:gd name="adj" fmla="val 2297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Crafton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