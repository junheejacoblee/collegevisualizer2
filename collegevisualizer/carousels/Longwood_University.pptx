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Farmville,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$27,978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043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460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$52,347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015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41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1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2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3096" cy="164592"/>
          </a:xfrm>
          <a:prstGeom prst="roundRect">
            <a:avLst>
              <a:gd name="adj" fmla="val 440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6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83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3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Longwood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Longwood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