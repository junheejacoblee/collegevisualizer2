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Lakeland,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470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894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80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11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729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1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640" cy="164592"/>
          </a:xfrm>
          <a:prstGeom prst="roundRect">
            <a:avLst>
              <a:gd name="adj" fmla="val 277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17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0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8016" cy="164592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