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Petersburg, VA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5,074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$22,650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39194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$15,840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7211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$45,543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$33,630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1982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084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649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97474" cy="164592"/>
          </a:xfrm>
          <a:prstGeom prst="roundRect">
            <a:avLst>
              <a:gd name="adj" fmla="val 37524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773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836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418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61923" cy="164592"/>
          </a:xfrm>
          <a:prstGeom prst="roundRect">
            <a:avLst>
              <a:gd name="adj" fmla="val 22589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Virginia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