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Appalachian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Appalachian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Boone, NC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19,444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Appalachian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$25,212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$16,836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65007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$20,231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18446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Appalachian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$51,836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$43,663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Appalachian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Appalachian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0822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4980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5324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63369" cy="164592"/>
          </a:xfrm>
          <a:prstGeom prst="roundRect">
            <a:avLst>
              <a:gd name="adj" fmla="val 22389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88822" cy="164592"/>
          </a:xfrm>
          <a:prstGeom prst="roundRect">
            <a:avLst>
              <a:gd name="adj" fmla="val 41179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Appalachian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05965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72002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1246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7170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Appalachian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Appalachian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