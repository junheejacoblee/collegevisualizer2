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Morris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Township,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78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733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$62,105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1863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09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93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8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774" cy="164592"/>
          </a:xfrm>
          <a:prstGeom prst="roundRect">
            <a:avLst>
              <a:gd name="adj" fmla="val 3186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03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9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5000" cy="164592"/>
          </a:xfrm>
          <a:prstGeom prst="roundRect">
            <a:avLst>
              <a:gd name="adj" fmla="val 2359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Robert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