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Lincoln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Lincoln Memorial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Harrogate, TN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1,572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Lincoln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$26,938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$20,406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00620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94639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Lincoln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$49,956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$45,242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Lincoln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Lincoln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08593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736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666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02669" cy="164592"/>
          </a:xfrm>
          <a:prstGeom prst="roundRect">
            <a:avLst>
              <a:gd name="adj" fmla="val 35625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Lincoln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5608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7536" cy="164592"/>
          </a:xfrm>
          <a:prstGeom prst="roundRect">
            <a:avLst>
              <a:gd name="adj" fmla="val 37500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Lincoln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Lincoln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