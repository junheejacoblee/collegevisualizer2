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Spelman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Spelman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Atlanta, GA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3,414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Spelman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$31,556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21374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$38,967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4606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Spelman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$59,993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$45,676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Spelman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Spelman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95%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550859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59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7976" cy="164592"/>
          </a:xfrm>
          <a:prstGeom prst="roundRect">
            <a:avLst>
              <a:gd name="adj" fmla="val 3733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1000" cy="164592"/>
          </a:xfrm>
          <a:prstGeom prst="roundRect">
            <a:avLst>
              <a:gd name="adj" fmla="val 45156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Spelman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752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274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53722" cy="164592"/>
          </a:xfrm>
          <a:prstGeom prst="roundRect">
            <a:avLst>
              <a:gd name="adj" fmla="val 23794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6886" cy="164592"/>
          </a:xfrm>
          <a:prstGeom prst="roundRect">
            <a:avLst>
              <a:gd name="adj" fmla="val 4209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Spelman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Spelman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