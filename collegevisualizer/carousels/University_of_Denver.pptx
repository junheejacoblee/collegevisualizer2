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Denver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Denver, CO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6,025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$61,398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$36,131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3534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$21,844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41190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$71,155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$57,118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8387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942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981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69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54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642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109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318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685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