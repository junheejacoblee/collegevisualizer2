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Hill,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33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330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88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528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9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4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87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9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9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Winthrop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Winthrop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