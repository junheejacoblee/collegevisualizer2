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Poughkeepsie,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3,824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$10,670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434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$10,039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3380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$43,929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$34,095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369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9550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02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7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62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269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557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77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Dutchess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Dutchess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