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Washington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Washington State University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Pullman, WA  ·  Public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87%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61%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87%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Enrollment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21,099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61%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Washington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$29,950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$14,971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1983718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$19,500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2583829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Washington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$68,905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$53,510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+29%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Washington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Washington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53%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47%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087640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57%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136116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59573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488864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230351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Washington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19.1%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1812331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10.4%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1620642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9.3%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993297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5.7%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4325112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12064" y="4453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450592" y="4517136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9" name="Shape 27"/>
          <p:cNvSpPr/>
          <p:nvPr/>
        </p:nvSpPr>
        <p:spPr>
          <a:xfrm>
            <a:off x="2450592" y="4517136"/>
            <a:ext cx="888739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0" name="Text 28"/>
          <p:cNvSpPr/>
          <p:nvPr/>
        </p:nvSpPr>
        <p:spPr>
          <a:xfrm>
            <a:off x="5870448" y="44531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5.1%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Washington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Washington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2026-06-11T21:08:35Z</dcterms:created>
  <dcterms:modified xsi:type="dcterms:W3CDTF">2026-06-11T21:08:35Z</dcterms:modified>
</cp:coreProperties>
</file>