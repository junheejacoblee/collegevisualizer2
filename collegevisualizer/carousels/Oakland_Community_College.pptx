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Hills,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12,748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233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$5,777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1795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$9,105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$37,395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$29,877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244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072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20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85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16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891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701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137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Oakland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Oakland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