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Valley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464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576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322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300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451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83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32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749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64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97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