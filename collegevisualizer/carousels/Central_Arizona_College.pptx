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Arizona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Coolidge, AZ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4,912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$4,500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78403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$4,714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86888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$10,010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$40,513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$36,057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3461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6588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014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511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741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6339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566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Central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