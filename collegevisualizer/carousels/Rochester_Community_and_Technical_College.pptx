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Community and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$6,389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197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8558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$14,743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20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950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1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83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0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95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6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Rochester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