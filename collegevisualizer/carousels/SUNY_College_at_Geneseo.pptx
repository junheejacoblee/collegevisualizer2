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College at Geneseo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Geneseo,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$19,569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931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545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$67,316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86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6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5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0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7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1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