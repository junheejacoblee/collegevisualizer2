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Johns River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Palatka,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$9,335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871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288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14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194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13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1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1098" cy="164592"/>
          </a:xfrm>
          <a:prstGeom prst="roundRect">
            <a:avLst>
              <a:gd name="adj" fmla="val 2270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878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00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