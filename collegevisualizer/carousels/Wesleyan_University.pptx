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Wesleyan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Wesleyan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Middletown, CT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3,067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Wesleyan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$70,342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$30,177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0250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95909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Wesleyan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$73,897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$60,385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Wesleyan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Wesleyan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2444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361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997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556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672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Wesleyan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321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719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Wesleyan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Wesleyan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