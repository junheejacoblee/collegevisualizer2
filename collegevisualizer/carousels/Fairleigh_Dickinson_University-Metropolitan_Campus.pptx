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Dickinson University-Metropolitan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Teaneck,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$38,004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085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105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$57,273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$45,916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44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80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744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8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7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32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37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15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1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Fairleigh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Fairleigh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