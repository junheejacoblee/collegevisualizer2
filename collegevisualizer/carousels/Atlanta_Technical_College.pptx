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Atlanta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Atlanta Technical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Atlanta, GA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3,875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Atlanta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$5,950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2485532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$-914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$9,500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1" name="Text 19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Atlanta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$30,350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$27,097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+12%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Atlanta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Atlanta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65%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35%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758387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34391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7020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6871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Atlanta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11.1%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329843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11.0%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320847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10.7%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Atlanta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Atlanta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2026-06-11T21:08:41Z</dcterms:created>
  <dcterms:modified xsi:type="dcterms:W3CDTF">2026-06-11T21:08:41Z</dcterms:modified>
</cp:coreProperties>
</file>