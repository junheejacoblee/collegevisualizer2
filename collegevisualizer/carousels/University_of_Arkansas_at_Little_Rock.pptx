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Arkansas at Little Rock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Rock,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91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401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04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28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62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05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9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842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7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7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47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