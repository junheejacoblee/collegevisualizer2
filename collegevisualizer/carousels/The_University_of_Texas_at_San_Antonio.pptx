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at San Antonio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30,580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$22,051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501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893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77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38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79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0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9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80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31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4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43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