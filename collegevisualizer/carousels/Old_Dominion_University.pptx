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Dominion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96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95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92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9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50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7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3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9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20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40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08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