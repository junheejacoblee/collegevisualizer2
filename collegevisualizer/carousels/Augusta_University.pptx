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$24,734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$13,787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1208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891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$48,472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436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823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114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221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368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462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069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66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7248" cy="164592"/>
          </a:xfrm>
          <a:prstGeom prst="roundRect">
            <a:avLst>
              <a:gd name="adj" fmla="val 2326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Augusta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