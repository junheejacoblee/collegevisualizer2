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West Georgia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Carrollton,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$17,800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4698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$12,786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168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$23,970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$49,587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$41,000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9606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958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551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03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5215" cy="164592"/>
          </a:xfrm>
          <a:prstGeom prst="roundRect">
            <a:avLst>
              <a:gd name="adj" fmla="val 3476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134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358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731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4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