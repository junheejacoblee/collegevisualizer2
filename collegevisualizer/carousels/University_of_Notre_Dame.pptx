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Notre Dame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Dame,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$65,025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3439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595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$99,980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$86,210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94944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043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250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70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9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00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99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78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78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19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8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