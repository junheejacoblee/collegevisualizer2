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County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Middletown,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$6,794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8598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6103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$44,117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$36,486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856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469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167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69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98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290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406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99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