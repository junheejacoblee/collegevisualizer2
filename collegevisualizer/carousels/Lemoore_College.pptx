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Lemoore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Lemoore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Lemoore,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3,373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Lemoore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$10,954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$10,832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2429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44173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Lemoore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$40,292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$36,417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Lemoore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Lemoore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5229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563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758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168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56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Lemoore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001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953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059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8241" cy="164592"/>
          </a:xfrm>
          <a:prstGeom prst="roundRect">
            <a:avLst>
              <a:gd name="adj" fmla="val 33791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Lemoore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Lemoore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