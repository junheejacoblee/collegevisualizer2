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Salve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Salve Regina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Newport, RI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1232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1232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2,121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Salve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$50,100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$36,967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928211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$27,000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138710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Salve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$72,975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$55,027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+33%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Salve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Salve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70%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30%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4045353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62103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0533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21082" cy="164592"/>
          </a:xfrm>
          <a:prstGeom prst="roundRect">
            <a:avLst>
              <a:gd name="adj" fmla="val 30208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92067" cy="164592"/>
          </a:xfrm>
          <a:prstGeom prst="roundRect">
            <a:avLst>
              <a:gd name="adj" fmla="val 39728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Salve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23.8%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68510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19.2%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47548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9578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Salve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Salve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2026-06-11T21:08:37Z</dcterms:created>
  <dcterms:modified xsi:type="dcterms:W3CDTF">2026-06-11T21:08:37Z</dcterms:modified>
</cp:coreProperties>
</file>