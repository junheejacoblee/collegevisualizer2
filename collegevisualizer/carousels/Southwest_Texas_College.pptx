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Southwest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Southwest Texas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Uvalde, TX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3,306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Southwest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$6,294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38818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$7,372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$6,200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33758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Southwest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$35,563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$30,305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Southwest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Southwest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65635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1075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Southwest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45031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37199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Southwest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Southwest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2026-06-11T21:08:41Z</dcterms:created>
  <dcterms:modified xsi:type="dcterms:W3CDTF">2026-06-11T21:08:41Z</dcterms:modified>
</cp:coreProperties>
</file>