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Olivet Nazarene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Bourbonnais, IL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147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5044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$53,213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$49,278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57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264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704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73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5060" cy="164592"/>
          </a:xfrm>
          <a:prstGeom prst="roundRect">
            <a:avLst>
              <a:gd name="adj" fmla="val 2521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306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025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62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908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Olivet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Olivet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