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Atlantic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Boca Raton, FL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23,757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$17,324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$8,752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0486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$17,236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4833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$56,746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$45,647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189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2516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8677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03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669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091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7467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3974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247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Florida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