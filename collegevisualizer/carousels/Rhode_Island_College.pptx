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Rhode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Rhode Island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Providence, RI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5,049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Rhode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$27,299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$9,478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7783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8011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Rhode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$56,318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$46,882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Rhode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Rhode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3056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4580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142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953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624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Rhode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284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142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856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714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Rhode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Rhode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