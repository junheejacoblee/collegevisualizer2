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88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948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172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38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79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8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67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8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4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8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Holyoke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Holyoke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