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Irvine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Irvine Valley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Irvine,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10,286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Irvine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$11,860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$2,090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69933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7497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Irvine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$49,156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$35,124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Irvine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Irvine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8734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015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5018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963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20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Irvine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25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812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0637" cy="164592"/>
          </a:xfrm>
          <a:prstGeom prst="roundRect">
            <a:avLst>
              <a:gd name="adj" fmla="val 26007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2505" cy="164592"/>
          </a:xfrm>
          <a:prstGeom prst="roundRect">
            <a:avLst>
              <a:gd name="adj" fmla="val 5851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Irvine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Irvine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