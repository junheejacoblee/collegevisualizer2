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State University-Penn State Erie-Behrend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1519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802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$55,620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1809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64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2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29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4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57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3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87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3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Pennsylvania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