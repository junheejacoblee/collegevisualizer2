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Keene, NH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447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0718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728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7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1728" cy="164592"/>
          </a:xfrm>
          <a:prstGeom prst="roundRect">
            <a:avLst>
              <a:gd name="adj" fmla="val 2580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7858" cy="164592"/>
          </a:xfrm>
          <a:prstGeom prst="roundRect">
            <a:avLst>
              <a:gd name="adj" fmla="val 3103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129" cy="164592"/>
          </a:xfrm>
          <a:prstGeom prst="roundRect">
            <a:avLst>
              <a:gd name="adj" fmla="val 5368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94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44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9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393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