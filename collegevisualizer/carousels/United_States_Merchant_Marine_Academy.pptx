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 Merchant Marine Academy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Kings Point,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4021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738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$8,833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$90,610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$96,770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82%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0545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854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43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0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2009" cy="164592"/>
          </a:xfrm>
          <a:prstGeom prst="roundRect">
            <a:avLst>
              <a:gd name="adj" fmla="val 2770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