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Baldwin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Baldwin Wallace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Berea,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Baldwin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$27,603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5011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900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Baldwin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$54,122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Baldwin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Baldwin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15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78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46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3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2933" cy="164592"/>
          </a:xfrm>
          <a:prstGeom prst="roundRect">
            <a:avLst>
              <a:gd name="adj" fmla="val 3238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Baldwin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78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27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69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002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Baldwin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Baldwin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