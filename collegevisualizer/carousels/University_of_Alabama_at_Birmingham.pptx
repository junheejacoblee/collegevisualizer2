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Alabama at Birmingham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Birmingham,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11,635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$22,562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$18,749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9781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$22,300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2241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$54,501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$46,572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638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144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425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631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650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548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518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521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259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