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A&amp;M University-Kingsville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Kingsville,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635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$22,934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350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$51,450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598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92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0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893" cy="164592"/>
          </a:xfrm>
          <a:prstGeom prst="roundRect">
            <a:avLst>
              <a:gd name="adj" fmla="val 6786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54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7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7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8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