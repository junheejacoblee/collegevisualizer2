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Jones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Jones County Junior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Ellisville, MS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3,535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Jones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$6,806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$6,048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52651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$6,291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6820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Jones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$33,377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$29,640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Jones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Jones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540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681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38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58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Jones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311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943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Jones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Jones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