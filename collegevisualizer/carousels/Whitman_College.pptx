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Whitman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Whitman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 Walla, WA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Whitman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$64,050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$33,313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640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$18,437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423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Whitman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$67,589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$45,594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Whitman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Whitman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72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63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9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66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77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Whitman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945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15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Whitman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Whitman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