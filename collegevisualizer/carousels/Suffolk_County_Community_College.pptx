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Suffolk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Suffolk County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Selden,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14,218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Suffolk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$12,460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$5,258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7466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62761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Suffolk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$49,907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$38,316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Suffolk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Suffolk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5372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5251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635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027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747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Suffolk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189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313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875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875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Suffolk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Suffolk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