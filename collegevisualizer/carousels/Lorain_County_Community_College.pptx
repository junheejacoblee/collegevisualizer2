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Elyria,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702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08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85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5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22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9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804" cy="164592"/>
          </a:xfrm>
          <a:prstGeom prst="roundRect">
            <a:avLst>
              <a:gd name="adj" fmla="val 582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04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5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5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