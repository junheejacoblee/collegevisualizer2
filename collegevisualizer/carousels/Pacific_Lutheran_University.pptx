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Lutheran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Tacoma,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877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$22,578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147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$66,990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302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86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570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7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1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69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54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4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9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