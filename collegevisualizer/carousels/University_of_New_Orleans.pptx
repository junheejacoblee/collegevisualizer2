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New Orleans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Orleans, LA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4,638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$14,008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96483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$12,384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2111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$47,872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$38,410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0241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931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7259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319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148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271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122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300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424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