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College of Art and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422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$25,148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190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905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50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6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5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2974" cy="164592"/>
          </a:xfrm>
          <a:prstGeom prst="roundRect">
            <a:avLst>
              <a:gd name="adj" fmla="val 297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7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3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Savannah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Savannah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