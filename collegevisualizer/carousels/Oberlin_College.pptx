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$67,366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7655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3164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$38,871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15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54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22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6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5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186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731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82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Oberlin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Oberlin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