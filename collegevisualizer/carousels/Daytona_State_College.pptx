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Beach,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10,176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$7,177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7467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297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$37,096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09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696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046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59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5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932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60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12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Daytona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