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15,142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$28,568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957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519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16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096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2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3209" cy="164592"/>
          </a:xfrm>
          <a:prstGeom prst="roundRect">
            <a:avLst>
              <a:gd name="adj" fmla="val 2387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139" cy="164592"/>
          </a:xfrm>
          <a:prstGeom prst="roundRect">
            <a:avLst>
              <a:gd name="adj" fmla="val 3581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67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2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6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56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Kansas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