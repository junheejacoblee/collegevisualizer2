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Goodman,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285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47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076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54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4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0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245" cy="164592"/>
          </a:xfrm>
          <a:prstGeom prst="roundRect">
            <a:avLst>
              <a:gd name="adj" fmla="val 6742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10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3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9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Holmes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