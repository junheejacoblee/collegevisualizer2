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Washington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Washington and Lee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Lexington, VA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1498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1498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1,881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Washington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$68,045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$23,781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386947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137272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Washington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$94,810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$76,516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+24%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Washington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Washington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51%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49%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961839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52563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8876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7899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661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Washington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32.1%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55533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15.0%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37328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32143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34796" cy="164592"/>
          </a:xfrm>
          <a:prstGeom prst="roundRect">
            <a:avLst>
              <a:gd name="adj" fmla="val 27134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Washington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Washington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