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Laurel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Laurel Ridge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Middletown, VA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3,195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Laurel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$11,510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$6,013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07320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$9,750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36167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Laurel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$41,000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$36,455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Laurel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Laurel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1432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2451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3744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1111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53207" cy="164592"/>
          </a:xfrm>
          <a:prstGeom prst="roundRect">
            <a:avLst>
              <a:gd name="adj" fmla="val 23874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Laurel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49537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4416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6530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Laurel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Laurel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