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City,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52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61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64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5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2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9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2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2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6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3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800" cy="164592"/>
          </a:xfrm>
          <a:prstGeom prst="roundRect">
            <a:avLst>
              <a:gd name="adj" fmla="val 5824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Clackamas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Clackamas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