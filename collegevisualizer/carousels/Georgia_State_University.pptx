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26,623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451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395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19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70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70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31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9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38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446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6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