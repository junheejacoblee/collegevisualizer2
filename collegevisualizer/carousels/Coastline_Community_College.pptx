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Coastline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Coastline Community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Fountain Valley, CA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7,393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Coastline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$11,612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2820034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$16,341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$8,250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003555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Coastline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$44,483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$42,638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+4%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Coastline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Coastline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42%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58%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2408776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336010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232132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123253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50876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Coastline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30.7%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19259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11.0%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71555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6.6%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27104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2.5%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45720" cy="164592"/>
          </a:xfrm>
          <a:prstGeom prst="roundRect">
            <a:avLst>
              <a:gd name="adj" fmla="val 80000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Coastline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Coastline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2026-06-11T21:08:39Z</dcterms:created>
  <dcterms:modified xsi:type="dcterms:W3CDTF">2026-06-11T21:08:39Z</dcterms:modified>
</cp:coreProperties>
</file>