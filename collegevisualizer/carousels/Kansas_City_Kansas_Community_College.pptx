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Kansas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Kansas City Kansas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Kansas City, KS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3,319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Kansas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$6,945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164603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$16,744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$8,793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084029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Kansas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$40,795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$34,617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Kansas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Kansas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39%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51432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17109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60262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81532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9014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Kansas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34.8%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95644" cy="164592"/>
          </a:xfrm>
          <a:prstGeom prst="roundRect">
            <a:avLst>
              <a:gd name="adj" fmla="val 3824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57386" cy="164592"/>
          </a:xfrm>
          <a:prstGeom prst="roundRect">
            <a:avLst>
              <a:gd name="adj" fmla="val 63737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Kansas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Kansas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