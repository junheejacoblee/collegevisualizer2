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Louisville, KY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$48,770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$21,499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940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342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$62,069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$49,819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57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53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185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80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09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71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0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2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Bellarmine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Bellarmine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