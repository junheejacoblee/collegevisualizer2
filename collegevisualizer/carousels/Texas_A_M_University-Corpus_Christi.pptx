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 &amp; M University-Corpus Christi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Christi,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878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69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27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18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2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6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6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91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0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4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2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