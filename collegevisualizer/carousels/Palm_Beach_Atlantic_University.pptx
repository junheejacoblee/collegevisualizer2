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6858000" cy="6858000"/>
  <p:notesSz cx="6858000" cy="685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371600"/>
            <a:ext cx="6163056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Palm</a:t>
            </a:r>
            <a:endParaRPr lang="en-US" sz="8000" dirty="0"/>
          </a:p>
        </p:txBody>
      </p:sp>
      <p:sp>
        <p:nvSpPr>
          <p:cNvPr id="5" name="Text 3"/>
          <p:cNvSpPr/>
          <p:nvPr/>
        </p:nvSpPr>
        <p:spPr>
          <a:xfrm>
            <a:off x="347472" y="3017520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Palm Beach Atlantic University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47472" y="354787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West Palm Beach, FL  ·  Private Nonprofit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514600" y="3968496"/>
            <a:ext cx="1828800" cy="18288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7472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82%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347472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2401824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1075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2401824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4456176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55%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4456176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347472" y="6309360"/>
            <a:ext cx="61630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swipe for full profile →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Selectivity &amp; Scores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371600"/>
          </a:xfrm>
          <a:prstGeom prst="roundRect">
            <a:avLst>
              <a:gd name="adj" fmla="val 666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21792" y="1737360"/>
            <a:ext cx="2011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82%</a:t>
            </a:r>
            <a:endParaRPr lang="en-US" sz="6400" dirty="0"/>
          </a:p>
        </p:txBody>
      </p:sp>
      <p:sp>
        <p:nvSpPr>
          <p:cNvPr id="8" name="Text 6"/>
          <p:cNvSpPr/>
          <p:nvPr/>
        </p:nvSpPr>
        <p:spPr>
          <a:xfrm>
            <a:off x="2724912" y="196596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1100" dirty="0"/>
          </a:p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724912" y="2578608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 Enrollment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47472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84632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1075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484632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  ·  out of 1600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3483864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621024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23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3621024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 Mid  ·  out of 36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347472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84632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2,603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484632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Enrollment  ·  undergrads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3483864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21024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55%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3621024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  ·  4-year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Palm  ·  2 / 8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 &amp; AID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&amp; Financial Aid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81051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(Out-of-State)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30352" y="207568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$40,650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11" name="Shape 9"/>
          <p:cNvSpPr/>
          <p:nvPr/>
        </p:nvSpPr>
        <p:spPr>
          <a:xfrm>
            <a:off x="347472" y="297180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30352" y="309067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Net Price (after aid)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30352" y="335584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$28,354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2450592" y="344728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5" name="Shape 13"/>
          <p:cNvSpPr/>
          <p:nvPr/>
        </p:nvSpPr>
        <p:spPr>
          <a:xfrm>
            <a:off x="2450592" y="3447288"/>
            <a:ext cx="2768087" cy="128016"/>
          </a:xfrm>
          <a:prstGeom prst="roundRect">
            <a:avLst>
              <a:gd name="adj" fmla="val 28571"/>
            </a:avLst>
          </a:prstGeom>
          <a:solidFill>
            <a:srgbClr val="F8CDC6"/>
          </a:solidFill>
          <a:ln/>
        </p:spPr>
      </p:sp>
      <p:sp>
        <p:nvSpPr>
          <p:cNvPr id="16" name="Text 14"/>
          <p:cNvSpPr/>
          <p:nvPr/>
        </p:nvSpPr>
        <p:spPr>
          <a:xfrm>
            <a:off x="530352" y="3721608"/>
            <a:ext cx="57972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← avg after financial aid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347472" y="425196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30352" y="437083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Student Debt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30352" y="463600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$22,500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2450592" y="472744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21" name="Shape 19"/>
          <p:cNvSpPr/>
          <p:nvPr/>
        </p:nvSpPr>
        <p:spPr>
          <a:xfrm>
            <a:off x="2450592" y="4727448"/>
            <a:ext cx="2196585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Palm  ·  3 / 8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OUTCOMES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Post-Grad Earnings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645920"/>
          </a:xfrm>
          <a:prstGeom prst="roundRect">
            <a:avLst>
              <a:gd name="adj" fmla="val 555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76072" y="1792224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EARNINGS  ·  10 YEARS AFTER ENROLLMENT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576072" y="2057400"/>
            <a:ext cx="570585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6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$49,232</a:t>
            </a:r>
            <a:endParaRPr lang="en-US" sz="5600" dirty="0"/>
          </a:p>
        </p:txBody>
      </p:sp>
      <p:sp>
        <p:nvSpPr>
          <p:cNvPr id="9" name="Text 7"/>
          <p:cNvSpPr/>
          <p:nvPr/>
        </p:nvSpPr>
        <p:spPr>
          <a:xfrm>
            <a:off x="576072" y="2880360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 year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47472" y="34930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76072" y="3611880"/>
            <a:ext cx="57058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YEARS AFTER ENROLLMENT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576072" y="3858768"/>
            <a:ext cx="2743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$42,366</a:t>
            </a:r>
            <a:endParaRPr lang="en-US" sz="2800" dirty="0"/>
          </a:p>
        </p:txBody>
      </p:sp>
      <p:sp>
        <p:nvSpPr>
          <p:cNvPr id="13" name="Shape 11"/>
          <p:cNvSpPr/>
          <p:nvPr/>
        </p:nvSpPr>
        <p:spPr>
          <a:xfrm>
            <a:off x="4864608" y="3803904"/>
            <a:ext cx="1645920" cy="475488"/>
          </a:xfrm>
          <a:prstGeom prst="roundRect">
            <a:avLst>
              <a:gd name="adj" fmla="val 15385"/>
            </a:avLst>
          </a:prstGeom>
          <a:solidFill>
            <a:srgbClr val="384A5E"/>
          </a:solidFill>
          <a:ln/>
        </p:spPr>
      </p:sp>
      <p:sp>
        <p:nvSpPr>
          <p:cNvPr id="14" name="Text 12"/>
          <p:cNvSpPr/>
          <p:nvPr/>
        </p:nvSpPr>
        <p:spPr>
          <a:xfrm>
            <a:off x="4864608" y="3803904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+16% growth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47472" y="4681728"/>
            <a:ext cx="61630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U.S. Dept. of Education College Scorecard, 2025–26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Palm  ·  4 / 8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Requirements &amp; Cycles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84632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484632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Counselor Rec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3483864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621024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3621024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(Req)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347472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84632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484632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(Opt)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3483864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621024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3621024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Other Recs (Opt)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347472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84632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484632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Supplemental Essays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3483864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3621024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Required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3621024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Common App Essay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347472" y="2560320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data not available for this school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347472" y="5120640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Common App, 2025–26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Palm  ·  5 / 8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 Body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7373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Women  67%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498848" y="173736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  33%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30352" y="2103120"/>
            <a:ext cx="5797296" cy="201168"/>
          </a:xfrm>
          <a:prstGeom prst="roundRect">
            <a:avLst>
              <a:gd name="adj" fmla="val 27273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530352" y="2103120"/>
            <a:ext cx="3859840" cy="201168"/>
          </a:xfrm>
          <a:prstGeom prst="roundRect">
            <a:avLst>
              <a:gd name="adj" fmla="val 27273"/>
            </a:avLst>
          </a:prstGeom>
          <a:solidFill>
            <a:srgbClr val="F8CDC6"/>
          </a:solidFill>
          <a:ln/>
        </p:spPr>
      </p:sp>
      <p:sp>
        <p:nvSpPr>
          <p:cNvPr id="11" name="Text 9"/>
          <p:cNvSpPr/>
          <p:nvPr/>
        </p:nvSpPr>
        <p:spPr>
          <a:xfrm>
            <a:off x="347472" y="2834640"/>
            <a:ext cx="61630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RACE &amp; ETHNICITY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347472" y="314553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White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6035040" y="314553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58%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47472" y="371246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Hispanic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1810512" y="3767328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8" name="Shape 16"/>
          <p:cNvSpPr/>
          <p:nvPr/>
        </p:nvSpPr>
        <p:spPr>
          <a:xfrm>
            <a:off x="1810512" y="3767328"/>
            <a:ext cx="1311710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9" name="Text 17"/>
          <p:cNvSpPr/>
          <p:nvPr/>
        </p:nvSpPr>
        <p:spPr>
          <a:xfrm>
            <a:off x="6035040" y="37124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18%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47472" y="427939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Black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1810512" y="4334256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2" name="Shape 20"/>
          <p:cNvSpPr/>
          <p:nvPr/>
        </p:nvSpPr>
        <p:spPr>
          <a:xfrm>
            <a:off x="1810512" y="4334256"/>
            <a:ext cx="612463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3" name="Text 21"/>
          <p:cNvSpPr/>
          <p:nvPr/>
        </p:nvSpPr>
        <p:spPr>
          <a:xfrm>
            <a:off x="6035040" y="427939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9%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47472" y="48463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or More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1810512" y="4901184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6" name="Shape 24"/>
          <p:cNvSpPr/>
          <p:nvPr/>
        </p:nvSpPr>
        <p:spPr>
          <a:xfrm>
            <a:off x="1810512" y="4901184"/>
            <a:ext cx="292360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7" name="Text 25"/>
          <p:cNvSpPr/>
          <p:nvPr/>
        </p:nvSpPr>
        <p:spPr>
          <a:xfrm>
            <a:off x="6035040" y="48463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4%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347472" y="541324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Asian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1810512" y="5468112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30" name="Shape 28"/>
          <p:cNvSpPr/>
          <p:nvPr/>
        </p:nvSpPr>
        <p:spPr>
          <a:xfrm>
            <a:off x="1810512" y="5468112"/>
            <a:ext cx="133732" cy="164592"/>
          </a:xfrm>
          <a:prstGeom prst="roundRect">
            <a:avLst>
              <a:gd name="adj" fmla="val 27350"/>
            </a:avLst>
          </a:prstGeom>
          <a:solidFill>
            <a:srgbClr val="9EC1CC"/>
          </a:solidFill>
          <a:ln/>
        </p:spPr>
      </p:sp>
      <p:sp>
        <p:nvSpPr>
          <p:cNvPr id="31" name="Text 29"/>
          <p:cNvSpPr/>
          <p:nvPr/>
        </p:nvSpPr>
        <p:spPr>
          <a:xfrm>
            <a:off x="6035040" y="541324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2%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Palm  ·  6 / 8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PROGRAMS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Fields of Study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12064" y="181965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9" name="Shape 7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F8CDC6"/>
          </a:solidFill>
          <a:ln/>
        </p:spPr>
      </p:sp>
      <p:sp>
        <p:nvSpPr>
          <p:cNvPr id="10" name="Text 8"/>
          <p:cNvSpPr/>
          <p:nvPr/>
        </p:nvSpPr>
        <p:spPr>
          <a:xfrm>
            <a:off x="5870448" y="181965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24.1%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47472" y="2350008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12064" y="247802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Health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450592" y="2542032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2450592" y="2542032"/>
            <a:ext cx="2126872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5870448" y="2478024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15.4%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47472" y="3008376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12064" y="313639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Humanities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450592" y="3200400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9" name="Shape 17"/>
          <p:cNvSpPr/>
          <p:nvPr/>
        </p:nvSpPr>
        <p:spPr>
          <a:xfrm>
            <a:off x="2450592" y="3200400"/>
            <a:ext cx="276217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0" name="Text 18"/>
          <p:cNvSpPr/>
          <p:nvPr/>
        </p:nvSpPr>
        <p:spPr>
          <a:xfrm>
            <a:off x="5870448" y="313639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2.0%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47472" y="3666744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512064" y="37947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Computer Sci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2450592" y="3858768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4" name="Shape 22"/>
          <p:cNvSpPr/>
          <p:nvPr/>
        </p:nvSpPr>
        <p:spPr>
          <a:xfrm>
            <a:off x="2450592" y="3858768"/>
            <a:ext cx="248595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5" name="Text 23"/>
          <p:cNvSpPr/>
          <p:nvPr/>
        </p:nvSpPr>
        <p:spPr>
          <a:xfrm>
            <a:off x="5870448" y="37947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1.8%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47472" y="4325112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512064" y="445312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Social Science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2450592" y="4517136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9" name="Shape 27"/>
          <p:cNvSpPr/>
          <p:nvPr/>
        </p:nvSpPr>
        <p:spPr>
          <a:xfrm>
            <a:off x="2450592" y="4517136"/>
            <a:ext cx="220974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30" name="Text 28"/>
          <p:cNvSpPr/>
          <p:nvPr/>
        </p:nvSpPr>
        <p:spPr>
          <a:xfrm>
            <a:off x="5870448" y="445312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1.6%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347472" y="5193792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384A5E"/>
          </a:solidFill>
          <a:ln w="635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347472" y="5230368"/>
            <a:ext cx="61630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 full profile →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347472" y="5614416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Palm  ·  7 / 8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005840"/>
            <a:ext cx="61630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347472" y="1627632"/>
            <a:ext cx="616305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1,400+</a:t>
            </a:r>
            <a:endParaRPr lang="en-US" sz="8200" dirty="0"/>
          </a:p>
        </p:txBody>
      </p:sp>
      <p:sp>
        <p:nvSpPr>
          <p:cNvPr id="6" name="Text 4"/>
          <p:cNvSpPr/>
          <p:nvPr/>
        </p:nvSpPr>
        <p:spPr>
          <a:xfrm>
            <a:off x="347472" y="2606040"/>
            <a:ext cx="616305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 profiles</a:t>
            </a:r>
            <a:endParaRPr lang="en-US" sz="3800" dirty="0"/>
          </a:p>
        </p:txBody>
      </p:sp>
      <p:sp>
        <p:nvSpPr>
          <p:cNvPr id="7" name="Shape 5"/>
          <p:cNvSpPr/>
          <p:nvPr/>
        </p:nvSpPr>
        <p:spPr>
          <a:xfrm>
            <a:off x="2331720" y="3346704"/>
            <a:ext cx="2194560" cy="22860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7472" y="3566160"/>
            <a:ext cx="139903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9" name="Text 7"/>
          <p:cNvSpPr/>
          <p:nvPr/>
        </p:nvSpPr>
        <p:spPr>
          <a:xfrm>
            <a:off x="347472" y="3566160"/>
            <a:ext cx="13990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1856232" y="3566160"/>
            <a:ext cx="87325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1" name="Text 9"/>
          <p:cNvSpPr/>
          <p:nvPr/>
        </p:nvSpPr>
        <p:spPr>
          <a:xfrm>
            <a:off x="1856232" y="3566160"/>
            <a:ext cx="8732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839212" y="3566160"/>
            <a:ext cx="1188720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3" name="Text 11"/>
          <p:cNvSpPr/>
          <p:nvPr/>
        </p:nvSpPr>
        <p:spPr>
          <a:xfrm>
            <a:off x="2839212" y="3566160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earnings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137660" y="3566160"/>
            <a:ext cx="1609344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5" name="Text 13"/>
          <p:cNvSpPr/>
          <p:nvPr/>
        </p:nvSpPr>
        <p:spPr>
          <a:xfrm>
            <a:off x="4137660" y="3566160"/>
            <a:ext cx="16093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47472" y="3986784"/>
            <a:ext cx="2029968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7" name="Text 15"/>
          <p:cNvSpPr/>
          <p:nvPr/>
        </p:nvSpPr>
        <p:spPr>
          <a:xfrm>
            <a:off x="347472" y="3986784"/>
            <a:ext cx="20299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info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47472" y="4645152"/>
            <a:ext cx="6163056" cy="1417320"/>
          </a:xfrm>
          <a:prstGeom prst="roundRect">
            <a:avLst>
              <a:gd name="adj" fmla="val 7742"/>
            </a:avLst>
          </a:prstGeom>
          <a:solidFill>
            <a:srgbClr val="425366"/>
          </a:solidFill>
          <a:ln w="1016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347472" y="4736592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347472" y="519379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 · no signup · link in bio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47472" y="5468112"/>
            <a:ext cx="61630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↑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Palm — College Visualizer</dc:title>
  <dc:subject>PptxGenJS Presentation</dc:subject>
  <dc:creator>College Visualizer</dc:creator>
  <cp:lastModifiedBy>College Visualizer</cp:lastModifiedBy>
  <cp:revision>1</cp:revision>
  <dcterms:created xsi:type="dcterms:W3CDTF">2026-06-11T21:08:37Z</dcterms:created>
  <dcterms:modified xsi:type="dcterms:W3CDTF">2026-06-11T21:08:37Z</dcterms:modified>
</cp:coreProperties>
</file>