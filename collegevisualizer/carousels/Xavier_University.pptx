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Xavier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Xavier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Cincinnati, OH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1217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1217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4,207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Xavier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$50,640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$32,997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585870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$23,250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82202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Xavier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$64,873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$54,758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Xavier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Xavier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8735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67912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9673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2008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01755" cy="164592"/>
          </a:xfrm>
          <a:prstGeom prst="roundRect">
            <a:avLst>
              <a:gd name="adj" fmla="val 35945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Xavier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81150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66820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2693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0172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Xavier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Xavier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