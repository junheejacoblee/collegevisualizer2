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University of Findlay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Findlay,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$27,221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242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$25,439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5249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$56,996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$49,757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299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07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39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6232" cy="164592"/>
          </a:xfrm>
          <a:prstGeom prst="roundRect">
            <a:avLst>
              <a:gd name="adj" fmla="val 2501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5031" cy="164592"/>
          </a:xfrm>
          <a:prstGeom prst="roundRect">
            <a:avLst>
              <a:gd name="adj" fmla="val 4301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512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644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8269" cy="164592"/>
          </a:xfrm>
          <a:prstGeom prst="roundRect">
            <a:avLst>
              <a:gd name="adj" fmla="val 3092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