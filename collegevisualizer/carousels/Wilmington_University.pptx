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Wilmington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Wilmington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Castle, DE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Wilmington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061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$15,644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0415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Wilmington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$53,844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$49,635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Wilmington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Wilmington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717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831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256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42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76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Wilmington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613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399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528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Wilmington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Wilmington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