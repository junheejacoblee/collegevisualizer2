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 Hopkins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Baltimore, MD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$65,230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$18,809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443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6235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$87,555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$86,306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50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56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389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774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35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671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12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725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8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