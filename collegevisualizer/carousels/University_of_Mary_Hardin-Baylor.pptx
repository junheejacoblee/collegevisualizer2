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Mary Hardin-Baylor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Belton,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$32,020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$26,106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355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223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$56,132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04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954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64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9678" cy="164592"/>
          </a:xfrm>
          <a:prstGeom prst="roundRect">
            <a:avLst>
              <a:gd name="adj" fmla="val 2443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3515" cy="164592"/>
          </a:xfrm>
          <a:prstGeom prst="roundRect">
            <a:avLst>
              <a:gd name="adj" fmla="val 2548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699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2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4714" cy="164592"/>
          </a:xfrm>
          <a:prstGeom prst="roundRect">
            <a:avLst>
              <a:gd name="adj" fmla="val 2527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7923" cy="164592"/>
          </a:xfrm>
          <a:prstGeom prst="roundRect">
            <a:avLst>
              <a:gd name="adj" fmla="val 4693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