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Houston-Downtown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140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12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18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03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2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0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49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65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00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1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5448" cy="164592"/>
          </a:xfrm>
          <a:prstGeom prst="roundRect">
            <a:avLst>
              <a:gd name="adj" fmla="val 2352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