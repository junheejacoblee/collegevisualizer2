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Poughkeepsie,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$71,030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981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405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$71,366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69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43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8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25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8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0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9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Vassar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Vassar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