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Augsburg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Augsburg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Minneapolis, MN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2,494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Augsburg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$45,452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$23,873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8439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$25,347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1309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Augsburg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$58,829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$48,616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Augsburg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Augsburg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7749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903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835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455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395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Augsburg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206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356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373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82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Augsburg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Augsburg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