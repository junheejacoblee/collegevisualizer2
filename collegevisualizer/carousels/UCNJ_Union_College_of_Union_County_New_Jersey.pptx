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Union College of Union County New Jersey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Cranford,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982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713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22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60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2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1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5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15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9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25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UCNJ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UCNJ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