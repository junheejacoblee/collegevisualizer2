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 Coso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Ridgecrest,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397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$18,306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$29,462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50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615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48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3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9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674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9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68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8029" cy="164592"/>
          </a:xfrm>
          <a:prstGeom prst="roundRect">
            <a:avLst>
              <a:gd name="adj" fmla="val 3098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Cerro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