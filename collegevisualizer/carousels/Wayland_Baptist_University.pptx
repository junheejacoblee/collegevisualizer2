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Baptist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Plainview,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358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556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14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73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92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1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2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95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2012" cy="164592"/>
          </a:xfrm>
          <a:prstGeom prst="roundRect">
            <a:avLst>
              <a:gd name="adj" fmla="val 2575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130" cy="164592"/>
          </a:xfrm>
          <a:prstGeom prst="roundRect">
            <a:avLst>
              <a:gd name="adj" fmla="val 5887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