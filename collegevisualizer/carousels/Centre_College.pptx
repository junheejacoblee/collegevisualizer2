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Danville, KY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$52,820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613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285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$66,240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45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22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88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8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94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95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5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