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$60,886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030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$25,738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775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363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92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2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06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7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76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8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59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5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Beloit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Beloit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