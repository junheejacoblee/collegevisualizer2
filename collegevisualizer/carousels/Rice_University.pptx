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$64,144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271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6805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$89,718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$79,751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742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477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80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25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91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267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685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564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9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