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Wisconsin-Whitewater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Whitewater,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031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30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$55,356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377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6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5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224" cy="164592"/>
          </a:xfrm>
          <a:prstGeom prst="roundRect">
            <a:avLst>
              <a:gd name="adj" fmla="val 2553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032" cy="164592"/>
          </a:xfrm>
          <a:prstGeom prst="roundRect">
            <a:avLst>
              <a:gd name="adj" fmla="val 3693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84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1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0890" cy="164592"/>
          </a:xfrm>
          <a:prstGeom prst="roundRect">
            <a:avLst>
              <a:gd name="adj" fmla="val 2273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0668" cy="164592"/>
          </a:xfrm>
          <a:prstGeom prst="roundRect">
            <a:avLst>
              <a:gd name="adj" fmla="val 3031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