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Area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73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757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123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35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0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1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859" cy="164592"/>
          </a:xfrm>
          <a:prstGeom prst="roundRect">
            <a:avLst>
              <a:gd name="adj" fmla="val 3590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3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5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3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8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