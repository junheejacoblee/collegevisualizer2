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Saint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Saint Mary's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Notre Dame, IN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1246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1246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1,458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Saint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$53,230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$25,292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885613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$27,000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012951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Saint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$59,354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$53,470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+11%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Saint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Saint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100%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91600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8387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22395" cy="164592"/>
          </a:xfrm>
          <a:prstGeom prst="roundRect">
            <a:avLst>
              <a:gd name="adj" fmla="val 29884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84391" cy="164592"/>
          </a:xfrm>
          <a:prstGeom prst="roundRect">
            <a:avLst>
              <a:gd name="adj" fmla="val 43341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Saint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23.5%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03954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14.4%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56653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4.0%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38241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Saint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Saint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