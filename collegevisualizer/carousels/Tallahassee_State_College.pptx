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301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$7,668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745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89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54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93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7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3924" cy="164592"/>
          </a:xfrm>
          <a:prstGeom prst="roundRect">
            <a:avLst>
              <a:gd name="adj" fmla="val 2376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49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9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Tallahassee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