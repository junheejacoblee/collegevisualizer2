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Houston-Victoria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535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961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$18,973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04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0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96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5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0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664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4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2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