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State University Digital Immersion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Scottsdale, AZ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53,782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$19,500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$62,668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$52,843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2099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0617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847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160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152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5603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8348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467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7040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Arizona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