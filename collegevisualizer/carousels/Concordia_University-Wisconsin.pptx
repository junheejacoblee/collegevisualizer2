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University-Wisconsin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Mequon,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2,197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$35,470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883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$36,201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2281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$56,075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$49,761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8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08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19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0564" cy="164592"/>
          </a:xfrm>
          <a:prstGeom prst="roundRect">
            <a:avLst>
              <a:gd name="adj" fmla="val 2278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4006" cy="164592"/>
          </a:xfrm>
          <a:prstGeom prst="roundRect">
            <a:avLst>
              <a:gd name="adj" fmla="val 3208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979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9678" cy="164592"/>
          </a:xfrm>
          <a:prstGeom prst="roundRect">
            <a:avLst>
              <a:gd name="adj" fmla="val 7362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