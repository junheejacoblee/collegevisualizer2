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Barnard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Barnard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Barnard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$69,888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$28,800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3536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0221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Barnard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$80,516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$60,411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Barnard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Barnard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100%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077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40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227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122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Barnard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642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773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Barnard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Barnard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