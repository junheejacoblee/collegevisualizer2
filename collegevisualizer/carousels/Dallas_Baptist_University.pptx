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Baptist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Dallas, TX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$28,516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1576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$21,591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3196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$56,807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$45,138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66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986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952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86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6857" cy="164592"/>
          </a:xfrm>
          <a:prstGeom prst="roundRect">
            <a:avLst>
              <a:gd name="adj" fmla="val 7805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4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667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87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7986" cy="164592"/>
          </a:xfrm>
          <a:prstGeom prst="roundRect">
            <a:avLst>
              <a:gd name="adj" fmla="val 6307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Dallas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