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Elon, NC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6,452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118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324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$74,545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66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5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875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83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1825" cy="164592"/>
          </a:xfrm>
          <a:prstGeom prst="roundRect">
            <a:avLst>
              <a:gd name="adj" fmla="val 3002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588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4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9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3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