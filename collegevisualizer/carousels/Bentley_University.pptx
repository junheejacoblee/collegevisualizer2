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Bentley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Bentley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Waltham,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4,474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Bentley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$61,000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$37,930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6762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$25,023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2792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Bentley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$120,959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$86,679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Bentley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Bentley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28297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275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899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34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348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Bentley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51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0816" cy="164592"/>
          </a:xfrm>
          <a:prstGeom prst="roundRect">
            <a:avLst>
              <a:gd name="adj" fmla="val 71977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Bentley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Bentley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