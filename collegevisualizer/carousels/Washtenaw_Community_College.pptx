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Washtenaw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Washtenaw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 Arbor, MI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7,816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Washtenaw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$6,504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93922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$3,249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96871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$13,310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Washtenaw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$39,449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$33,799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Washtenaw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Washtenaw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7633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3157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985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735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400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Washtenaw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2103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970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360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Washtenaw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Washtenaw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