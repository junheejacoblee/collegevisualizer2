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Kentucky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Richmond, KY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12,318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44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$11,040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4720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$45,795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$38,611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98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73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37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20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692" cy="164592"/>
          </a:xfrm>
          <a:prstGeom prst="roundRect">
            <a:avLst>
              <a:gd name="adj" fmla="val 6687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70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136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54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4366" cy="164592"/>
          </a:xfrm>
          <a:prstGeom prst="roundRect">
            <a:avLst>
              <a:gd name="adj" fmla="val 2225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