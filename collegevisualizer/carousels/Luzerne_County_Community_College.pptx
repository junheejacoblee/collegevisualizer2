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Luzerne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Luzerne County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Nanticoke, PA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3,317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Luzerne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$16,260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$9,433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0226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68471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Luzerne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$40,437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$35,631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Luzerne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Luzerne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81694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2557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689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54850" cy="164592"/>
          </a:xfrm>
          <a:prstGeom prst="roundRect">
            <a:avLst>
              <a:gd name="adj" fmla="val 2362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9604" cy="164592"/>
          </a:xfrm>
          <a:prstGeom prst="roundRect">
            <a:avLst>
              <a:gd name="adj" fmla="val 4082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Luzerne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1697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233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6078" cy="164592"/>
          </a:xfrm>
          <a:prstGeom prst="roundRect">
            <a:avLst>
              <a:gd name="adj" fmla="val 48077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76078" cy="164592"/>
          </a:xfrm>
          <a:prstGeom prst="roundRect">
            <a:avLst>
              <a:gd name="adj" fmla="val 48077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Luzerne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Luzerne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