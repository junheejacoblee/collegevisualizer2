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Carroll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Carroll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Waukesha,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Carroll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$38,890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$15,193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503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551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Carroll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$54,456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Carroll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Carroll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085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220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479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18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9030" cy="164592"/>
          </a:xfrm>
          <a:prstGeom prst="roundRect">
            <a:avLst>
              <a:gd name="adj" fmla="val 2454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Carroll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92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17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8496" cy="164592"/>
          </a:xfrm>
          <a:prstGeom prst="roundRect">
            <a:avLst>
              <a:gd name="adj" fmla="val 2307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5854" cy="164592"/>
          </a:xfrm>
          <a:prstGeom prst="roundRect">
            <a:avLst>
              <a:gd name="adj" fmla="val 2692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Carroll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Carroll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