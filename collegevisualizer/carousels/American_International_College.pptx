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International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82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225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$53,124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395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11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16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2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6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80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9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