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Illinois Chicago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22,170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$29,884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$10,974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5731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$16,704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1823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$68,740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$53,218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992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781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219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393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468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642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744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616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521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