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 Mesa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$5,814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068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$4,725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747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$45,120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85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273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02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50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78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8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957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9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