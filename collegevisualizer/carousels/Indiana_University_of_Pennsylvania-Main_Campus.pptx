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 of Pennsylvania-Main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$16,297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134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849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$26,798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43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58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2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3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267" cy="164592"/>
          </a:xfrm>
          <a:prstGeom prst="roundRect">
            <a:avLst>
              <a:gd name="adj" fmla="val 596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07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95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5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