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Rockford,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$7,379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451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73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$39,158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64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916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61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0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97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813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7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1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