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Selinsgrove,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$28,819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09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902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$61,723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21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0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2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0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1682" cy="164592"/>
          </a:xfrm>
          <a:prstGeom prst="roundRect">
            <a:avLst>
              <a:gd name="adj" fmla="val 447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10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3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95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Susquehanna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Susquehanna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