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13,182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$9,552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1989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180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$57,906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$46,937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634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703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973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55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048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618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711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930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378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Portland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