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Salt Lake City, UT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$4,004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468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$10,824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$NaN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$50,630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$43,320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1807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08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84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3149" cy="164592"/>
          </a:xfrm>
          <a:prstGeom prst="roundRect">
            <a:avLst>
              <a:gd name="adj" fmla="val 2970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8162" cy="164592"/>
          </a:xfrm>
          <a:prstGeom prst="roundRect">
            <a:avLst>
              <a:gd name="adj" fmla="val 3726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6254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0880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Ensign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Ensign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