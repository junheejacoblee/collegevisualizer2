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Gwinnett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Gwinnett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Lawrenceville,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Gwinnett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596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4408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Gwinnett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Gwinnett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Gwinnett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27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64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58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545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1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Gwinnett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0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46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Gwinnett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Gwinnett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