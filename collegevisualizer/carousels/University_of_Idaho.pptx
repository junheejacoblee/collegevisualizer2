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Idaho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Moscow, ID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82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$21,982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803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79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73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0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890" cy="164592"/>
          </a:xfrm>
          <a:prstGeom prst="roundRect">
            <a:avLst>
              <a:gd name="adj" fmla="val 5233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481" cy="164592"/>
          </a:xfrm>
          <a:prstGeom prst="roundRect">
            <a:avLst>
              <a:gd name="adj" fmla="val 550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2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53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1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3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