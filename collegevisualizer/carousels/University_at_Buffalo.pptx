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at Buffalo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Buffalo,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20,112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$31,536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$20,995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4201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9096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$70,814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$53,742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65400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7395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910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844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721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873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4862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6241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3433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