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Tech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George,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4884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624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22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09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86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3951" cy="164592"/>
          </a:xfrm>
          <a:prstGeom prst="roundRect">
            <a:avLst>
              <a:gd name="adj" fmla="val 3893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0746" cy="164592"/>
          </a:xfrm>
          <a:prstGeom prst="roundRect">
            <a:avLst>
              <a:gd name="adj" fmla="val 517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5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20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5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2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