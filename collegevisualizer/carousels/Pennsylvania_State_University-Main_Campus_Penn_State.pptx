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Park,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42,284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2190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40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113385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450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17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4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8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87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29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63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97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 State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 State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