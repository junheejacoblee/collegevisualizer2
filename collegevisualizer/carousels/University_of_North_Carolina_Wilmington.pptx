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Wilmington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41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041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91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8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4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431" cy="164592"/>
          </a:xfrm>
          <a:prstGeom prst="roundRect">
            <a:avLst>
              <a:gd name="adj" fmla="val 340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69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2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9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9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