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Washington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Washington, DC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11,182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$67,710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$36,586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443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$20,449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985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$90,873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$71,607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9171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62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92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881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848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328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653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966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338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