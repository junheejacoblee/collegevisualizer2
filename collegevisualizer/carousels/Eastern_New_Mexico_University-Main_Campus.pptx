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New Mexico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Portales,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064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794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01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560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1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2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2046" cy="164592"/>
          </a:xfrm>
          <a:prstGeom prst="roundRect">
            <a:avLst>
              <a:gd name="adj" fmla="val 2996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96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3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3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7858" cy="164592"/>
          </a:xfrm>
          <a:prstGeom prst="roundRect">
            <a:avLst>
              <a:gd name="adj" fmla="val 4697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