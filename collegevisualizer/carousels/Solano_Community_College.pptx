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449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$4,669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440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198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85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91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37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521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5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14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5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8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Solano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