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Rocklin,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14,122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5465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$7,245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382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$45,294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92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397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09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63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58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193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43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56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91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Sierra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