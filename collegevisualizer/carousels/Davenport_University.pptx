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Rapids, MI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343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026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$47,041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67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47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09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35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2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218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90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Davenport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