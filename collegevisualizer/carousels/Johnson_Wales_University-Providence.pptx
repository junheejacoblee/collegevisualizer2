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&amp; Wales University-Providence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$42,419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27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24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38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1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4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9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6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344" cy="164592"/>
          </a:xfrm>
          <a:prstGeom prst="roundRect">
            <a:avLst>
              <a:gd name="adj" fmla="val 3090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8344" cy="164592"/>
          </a:xfrm>
          <a:prstGeom prst="roundRect">
            <a:avLst>
              <a:gd name="adj" fmla="val 3090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