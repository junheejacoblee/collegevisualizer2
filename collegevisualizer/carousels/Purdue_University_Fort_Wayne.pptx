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University Fort Wayne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Wayne,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$22,887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837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279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$45,872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740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34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69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3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3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969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39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1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15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Purdue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