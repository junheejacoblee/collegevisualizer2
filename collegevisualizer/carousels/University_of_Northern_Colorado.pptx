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Northern Colorado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Greeley,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5,598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$27,266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$17,760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8492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$20,470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7935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$52,231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$43,756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7955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779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23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51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8188" cy="164592"/>
          </a:xfrm>
          <a:prstGeom prst="roundRect">
            <a:avLst>
              <a:gd name="adj" fmla="val 2468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780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689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15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672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