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Ambrose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Davenport, IA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1,916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$36,658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$24,691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7298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0643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$59,531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$51,616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7720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875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262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57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1552" cy="164592"/>
          </a:xfrm>
          <a:prstGeom prst="roundRect">
            <a:avLst>
              <a:gd name="adj" fmla="val 3278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290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796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488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616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