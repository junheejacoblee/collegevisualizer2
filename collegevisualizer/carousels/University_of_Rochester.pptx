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Rochester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Rochester,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$67,080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$29,278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321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2423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$79,042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$68,333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63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44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22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0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60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612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02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276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101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