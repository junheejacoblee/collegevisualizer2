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Jose City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Jose,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7,105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$11,922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78981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$16,959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$46,215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$39,993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1836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637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880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783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033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400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560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246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4200" cy="164592"/>
          </a:xfrm>
          <a:prstGeom prst="roundRect">
            <a:avLst>
              <a:gd name="adj" fmla="val 38828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