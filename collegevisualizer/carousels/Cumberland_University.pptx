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Cumberland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Cumberland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Lebanon, TN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Cumberland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$27,840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$18,759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7403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$17,952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589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Cumberland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$57,687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$52,246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Cumberland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Cumberland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4300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971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825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799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2636" cy="164592"/>
          </a:xfrm>
          <a:prstGeom prst="roundRect">
            <a:avLst>
              <a:gd name="adj" fmla="val 3563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Cumberland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365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025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5246" cy="164592"/>
          </a:xfrm>
          <a:prstGeom prst="roundRect">
            <a:avLst>
              <a:gd name="adj" fmla="val 34753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Cumberland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Cumberland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