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Lake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Lake City,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14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97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73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1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3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4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3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0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48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7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7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