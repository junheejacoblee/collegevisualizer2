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359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32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$60,624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33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620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8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1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7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78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27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17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93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Worcester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