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Borough of Manhattan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18,623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$4,976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530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$7,574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338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$42,306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$31,688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882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571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094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515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68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494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406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81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619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