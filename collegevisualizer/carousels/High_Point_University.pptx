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Point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Point,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9002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523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$61,389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80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85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3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4478" cy="164592"/>
          </a:xfrm>
          <a:prstGeom prst="roundRect">
            <a:avLst>
              <a:gd name="adj" fmla="val 3195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94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94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3275" cy="164592"/>
          </a:xfrm>
          <a:prstGeom prst="roundRect">
            <a:avLst>
              <a:gd name="adj" fmla="val 2967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