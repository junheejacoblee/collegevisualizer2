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Nebraska-Lincoln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Lincoln, NE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19,178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$28,584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639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155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$56,887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853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26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58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7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294" cy="164592"/>
          </a:xfrm>
          <a:prstGeom prst="roundRect">
            <a:avLst>
              <a:gd name="adj" fmla="val 2310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71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8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0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8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