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Lanier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Lanier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Gainesville,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4,613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Lanier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$7,190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5860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$7,799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Lanier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$37,623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$34,471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Lanier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Lanier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2736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405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548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62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08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Lanier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224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270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894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Lanier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Lanier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