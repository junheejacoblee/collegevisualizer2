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Clarkson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Clarkson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Potsdam,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$59,398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$30,305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247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371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$89,696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$76,970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7687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62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71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3228" cy="164592"/>
          </a:xfrm>
          <a:prstGeom prst="roundRect">
            <a:avLst>
              <a:gd name="adj" fmla="val 2553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7391" cy="164592"/>
          </a:xfrm>
          <a:prstGeom prst="roundRect">
            <a:avLst>
              <a:gd name="adj" fmla="val 3115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600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182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5461" cy="164592"/>
          </a:xfrm>
          <a:prstGeom prst="roundRect">
            <a:avLst>
              <a:gd name="adj" fmla="val 3831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Clarkson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