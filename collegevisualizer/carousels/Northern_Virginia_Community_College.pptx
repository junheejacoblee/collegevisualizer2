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Northern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Northern Virginia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Annandale, VA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33,048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Northern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$12,409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$9,919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17217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51788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Northern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$53,557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$40,698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Northern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Northern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97343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38992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07433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04317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60021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Northern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88853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86509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65981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5454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Northern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Northern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