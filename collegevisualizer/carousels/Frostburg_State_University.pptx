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Frostburg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Frostburg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Frostburg,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Frostburg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$25,814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6966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$21,105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445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Frostburg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$55,493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$43,638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Frostburg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Frostburg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27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601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011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89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2108" cy="164592"/>
          </a:xfrm>
          <a:prstGeom prst="roundRect">
            <a:avLst>
              <a:gd name="adj" fmla="val 3971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Frostburg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192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406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865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03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Frostburg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Frostburg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