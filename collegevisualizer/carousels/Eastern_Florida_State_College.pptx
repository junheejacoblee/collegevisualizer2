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Florida State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Melbourne,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10,490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$9,739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5503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$6,440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8629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$37,195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$32,437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4881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799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866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465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02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585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819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