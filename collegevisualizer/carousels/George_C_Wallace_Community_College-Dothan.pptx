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C Wallace Community College-Dothan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Dothan,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$1,170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5246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$31,399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$28,431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1868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140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501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4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5391" cy="164592"/>
          </a:xfrm>
          <a:prstGeom prst="roundRect">
            <a:avLst>
              <a:gd name="adj" fmla="val 4851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824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90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George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