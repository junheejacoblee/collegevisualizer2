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Lewis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Lewis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Romeoville, IL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1096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1096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4,015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Lewis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$39,200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$17,028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72386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17659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Lewis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$66,099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$56,095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Lewis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Lewis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92821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29872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2116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61032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6180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Lewis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80593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08993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54810" cy="164592"/>
          </a:xfrm>
          <a:prstGeom prst="roundRect">
            <a:avLst>
              <a:gd name="adj" fmla="val 23626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35459" cy="164592"/>
          </a:xfrm>
          <a:prstGeom prst="roundRect">
            <a:avLst>
              <a:gd name="adj" fmla="val 2700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Lewis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Lewis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