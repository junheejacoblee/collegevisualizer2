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Crosse,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425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987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83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0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4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5883" cy="164592"/>
          </a:xfrm>
          <a:prstGeom prst="roundRect">
            <a:avLst>
              <a:gd name="adj" fmla="val 2691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62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65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