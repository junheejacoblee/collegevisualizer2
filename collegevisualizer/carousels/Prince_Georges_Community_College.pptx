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George's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Largo,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116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776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85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92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11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6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2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49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01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5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0364" cy="164592"/>
          </a:xfrm>
          <a:prstGeom prst="roundRect">
            <a:avLst>
              <a:gd name="adj" fmla="val 4047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