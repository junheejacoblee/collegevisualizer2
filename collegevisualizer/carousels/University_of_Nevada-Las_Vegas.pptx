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Nevada-Las Vegas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Vegas, NV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24,622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$27,411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997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59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95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23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01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09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1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35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3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