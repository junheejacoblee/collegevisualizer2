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Jacinto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22,969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63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047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21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0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8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34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795" cy="164592"/>
          </a:xfrm>
          <a:prstGeom prst="roundRect">
            <a:avLst>
              <a:gd name="adj" fmla="val 295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4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38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3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7368" cy="164592"/>
          </a:xfrm>
          <a:prstGeom prst="roundRect">
            <a:avLst>
              <a:gd name="adj" fmla="val 3406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