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Bluegrass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Bluegrass Community and Technical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Lexington, KY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8,244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Bluegrass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$6,512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46122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$6,113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1042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Bluegrass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$36,343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$32,081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Bluegrass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Bluegrass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9345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468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765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119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391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Bluegrass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350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182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21586" cy="164592"/>
          </a:xfrm>
          <a:prstGeom prst="roundRect">
            <a:avLst>
              <a:gd name="adj" fmla="val 3008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Bluegrass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Bluegrass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