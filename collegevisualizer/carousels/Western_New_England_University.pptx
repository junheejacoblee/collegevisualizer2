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New England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$27,290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6474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161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$73,157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2588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61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8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0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6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265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830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30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0701" cy="164592"/>
          </a:xfrm>
          <a:prstGeom prst="roundRect">
            <a:avLst>
              <a:gd name="adj" fmla="val 3304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