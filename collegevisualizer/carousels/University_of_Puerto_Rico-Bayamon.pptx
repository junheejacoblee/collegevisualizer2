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Puerto Rico-Bayamon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Bayamon, PR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394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726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447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71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