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Clark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Clark Atlanta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Atlanta, GA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3,603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Clark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$28,310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97989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$37,702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84200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Clark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$42,712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$28,097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Clark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Clark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77%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23%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47783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295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93912" cy="164592"/>
          </a:xfrm>
          <a:prstGeom prst="roundRect">
            <a:avLst>
              <a:gd name="adj" fmla="val 38947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Clark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6547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365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909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Clark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Clark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