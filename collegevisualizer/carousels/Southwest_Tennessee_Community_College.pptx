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Tennessee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Memphis,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628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630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31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406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8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1685" cy="164592"/>
          </a:xfrm>
          <a:prstGeom prst="roundRect">
            <a:avLst>
              <a:gd name="adj" fmla="val 2777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99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99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