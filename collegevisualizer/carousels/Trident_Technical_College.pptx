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Trident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Trident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Charleston,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Trident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255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4282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$13,029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Trident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$38,253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$33,306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Trident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Trident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43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581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120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091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0687" cy="164592"/>
          </a:xfrm>
          <a:prstGeom prst="roundRect">
            <a:avLst>
              <a:gd name="adj" fmla="val 2276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Trident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030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036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8872" cy="164592"/>
          </a:xfrm>
          <a:prstGeom prst="roundRect">
            <a:avLst>
              <a:gd name="adj" fmla="val 4637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323" cy="164592"/>
          </a:xfrm>
          <a:prstGeom prst="roundRect">
            <a:avLst>
              <a:gd name="adj" fmla="val 7729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Trident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Trident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