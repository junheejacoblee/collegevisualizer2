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Clark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Clark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Vancouver, WA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4,945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Clark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$11,183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87088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$11,465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$10,881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76635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Clark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$42,356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$37,411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Clark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Clark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6185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5875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0141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4718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277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Clark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6676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4194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692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Clark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Clark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