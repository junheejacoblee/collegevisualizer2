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Yavapai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Yavapai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Prescott,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Yavapai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$9,486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325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6517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Yavapai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$39,890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$35,028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Yavapai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Yavapai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08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6997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6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2007" cy="164592"/>
          </a:xfrm>
          <a:prstGeom prst="roundRect">
            <a:avLst>
              <a:gd name="adj" fmla="val 3975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6096" cy="164592"/>
          </a:xfrm>
          <a:prstGeom prst="roundRect">
            <a:avLst>
              <a:gd name="adj" fmla="val 4806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Yavapai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7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75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2885" cy="164592"/>
          </a:xfrm>
          <a:prstGeom prst="roundRect">
            <a:avLst>
              <a:gd name="adj" fmla="val 5018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Yavapai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Yavapai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