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Washington-Seattle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31,942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$43,209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941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423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35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29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90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26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1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9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69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56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70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