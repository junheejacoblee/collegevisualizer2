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Montgomery, AL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3,477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$19,576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50604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$20,435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160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$34,502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$27,453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+26%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795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5675" cy="164592"/>
          </a:xfrm>
          <a:prstGeom prst="roundRect">
            <a:avLst>
              <a:gd name="adj" fmla="val 4269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69310" cy="164592"/>
          </a:xfrm>
          <a:prstGeom prst="roundRect">
            <a:avLst>
              <a:gd name="adj" fmla="val 5277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8240" cy="164592"/>
          </a:xfrm>
          <a:prstGeom prst="roundRect">
            <a:avLst>
              <a:gd name="adj" fmla="val 6280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4333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1187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8390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6360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Alabama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Alabama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