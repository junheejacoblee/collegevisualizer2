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Wisconsin-Stout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Menomonie,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$19,265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240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$17,490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1778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$58,084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$50,251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48993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87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86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3587" cy="164592"/>
          </a:xfrm>
          <a:prstGeom prst="roundRect">
            <a:avLst>
              <a:gd name="adj" fmla="val 2381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7296" cy="164592"/>
          </a:xfrm>
          <a:prstGeom prst="roundRect">
            <a:avLst>
              <a:gd name="adj" fmla="val 4731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751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905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99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02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