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California-Riverside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$49,806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397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943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$67,699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$48,593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493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36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750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89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8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39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01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819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64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