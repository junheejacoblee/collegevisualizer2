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Smithfield,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$52,677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52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227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$90,008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$66,488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5456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36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1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16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7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0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118" cy="164592"/>
          </a:xfrm>
          <a:prstGeom prst="roundRect">
            <a:avLst>
              <a:gd name="adj" fmla="val 5794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Bryant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