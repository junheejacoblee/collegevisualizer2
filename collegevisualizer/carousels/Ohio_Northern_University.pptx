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Ohio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Ohio Northern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Ada, OH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2,489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Ohio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$39,800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$24,478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4072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6921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Ohio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$80,928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$62,686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Ohio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Ohio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60646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632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240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51231" cy="164592"/>
          </a:xfrm>
          <a:prstGeom prst="roundRect">
            <a:avLst>
              <a:gd name="adj" fmla="val 24186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1358" cy="164592"/>
          </a:xfrm>
          <a:prstGeom prst="roundRect">
            <a:avLst>
              <a:gd name="adj" fmla="val 4003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Ohio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988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2337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177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662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Ohio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Ohio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