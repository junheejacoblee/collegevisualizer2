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State University-Perimeter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106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743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49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55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27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73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8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1052" cy="164592"/>
          </a:xfrm>
          <a:prstGeom prst="roundRect">
            <a:avLst>
              <a:gd name="adj" fmla="val 22711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