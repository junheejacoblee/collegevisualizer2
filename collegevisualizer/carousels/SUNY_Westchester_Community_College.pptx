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Westchester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Valhalla,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790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054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$46,822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$35,539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31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199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43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2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4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693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140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9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