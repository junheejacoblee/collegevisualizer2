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Wesleyan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$53,888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$20,897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389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883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$55,624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$42,495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696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541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57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26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8243" cy="164592"/>
          </a:xfrm>
          <a:prstGeom prst="roundRect">
            <a:avLst>
              <a:gd name="adj" fmla="val 2645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75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736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442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938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Ohio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