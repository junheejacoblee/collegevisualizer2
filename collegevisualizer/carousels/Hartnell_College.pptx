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Hartnell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Hartnell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Salinas,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Hartnell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800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Hartnell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Hartnell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Hartnell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870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6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70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1672" cy="164592"/>
          </a:xfrm>
          <a:prstGeom prst="roundRect">
            <a:avLst>
              <a:gd name="adj" fmla="val 3006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4278" cy="164592"/>
          </a:xfrm>
          <a:prstGeom prst="roundRect">
            <a:avLst>
              <a:gd name="adj" fmla="val 4339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Hartnell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51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863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6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1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Hartnell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Hartnell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