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Barbara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Barbara,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588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580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30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10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3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7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16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58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9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4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