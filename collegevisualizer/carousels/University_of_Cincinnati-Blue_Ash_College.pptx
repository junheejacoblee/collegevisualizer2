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Cincinnati-Blue Ash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Ash,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$15,998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876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$16,508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8291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$54,810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06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312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769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05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22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6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39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2446" cy="164592"/>
          </a:xfrm>
          <a:prstGeom prst="roundRect">
            <a:avLst>
              <a:gd name="adj" fmla="val 3252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