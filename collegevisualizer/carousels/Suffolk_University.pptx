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$29,618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719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441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$67,506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$55,856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288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384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4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77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19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49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75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1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Suffolk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Suffolk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