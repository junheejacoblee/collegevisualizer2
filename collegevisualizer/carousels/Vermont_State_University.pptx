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Vermont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Vermont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Randolph, VT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3,590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Vermont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$22,296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$18,212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4157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698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Vermont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$50,331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$41,340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Vermont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Vermont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69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58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48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13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1961" cy="164592"/>
          </a:xfrm>
          <a:prstGeom prst="roundRect">
            <a:avLst>
              <a:gd name="adj" fmla="val 3977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Vermont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629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9592" cy="164592"/>
          </a:xfrm>
          <a:prstGeom prst="roundRect">
            <a:avLst>
              <a:gd name="adj" fmla="val 24451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7316" cy="164592"/>
          </a:xfrm>
          <a:prstGeom prst="roundRect">
            <a:avLst>
              <a:gd name="adj" fmla="val 5433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7316" cy="164592"/>
          </a:xfrm>
          <a:prstGeom prst="roundRect">
            <a:avLst>
              <a:gd name="adj" fmla="val 5433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Vermont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Vermont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