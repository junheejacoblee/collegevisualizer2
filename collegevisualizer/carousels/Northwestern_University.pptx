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Northwestern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Northwestern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Evanston, IL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$68,322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$29,167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9417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8712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$89,363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$76,844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4909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825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1395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383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690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627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2116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948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846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Northwestern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