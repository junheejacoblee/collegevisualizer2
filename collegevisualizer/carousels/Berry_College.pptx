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Berry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Berry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Berry, GA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2,245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Berry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$22,320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2485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133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Berry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$53,800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Berry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Berry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1809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510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961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59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4492" cy="164592"/>
          </a:xfrm>
          <a:prstGeom prst="roundRect">
            <a:avLst>
              <a:gd name="adj" fmla="val 2531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Berry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977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382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382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Berry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Berry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