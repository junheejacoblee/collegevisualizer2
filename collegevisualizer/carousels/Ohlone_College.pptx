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Ohlone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Ohlone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Fremont,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Ohlone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070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Ohlone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$54,278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$45,622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Ohlone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Ohlone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942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789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664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8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25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Ohlone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37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52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2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Ohlone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Ohlone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