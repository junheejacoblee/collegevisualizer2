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Colleges of Chicago-Harold Washington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$15,150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$7,397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3762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50619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$36,531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$29,483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1170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796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430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516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394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766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773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5474" cy="164592"/>
          </a:xfrm>
          <a:prstGeom prst="roundRect">
            <a:avLst>
              <a:gd name="adj" fmla="val 65934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