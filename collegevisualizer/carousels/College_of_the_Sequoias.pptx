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the Sequoias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Visalia,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$9,038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07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7590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909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864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5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6623" cy="164592"/>
          </a:xfrm>
          <a:prstGeom prst="roundRect">
            <a:avLst>
              <a:gd name="adj" fmla="val 2335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643" cy="164592"/>
          </a:xfrm>
          <a:prstGeom prst="roundRect">
            <a:avLst>
              <a:gd name="adj" fmla="val 339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62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50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53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840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