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Pensacola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Pensacola State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Pensacola, FL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7,538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Pensacola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$9,460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$3,957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65997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14627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Pensacola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$36,739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$32,495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Pensacola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Pensacola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86099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6175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483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625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910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Pensacola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246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5693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Pensacola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Pensacola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