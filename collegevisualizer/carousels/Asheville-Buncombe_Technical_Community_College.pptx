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Asheville-Buncombe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Asheville-Buncombe Technical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Asheville,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Asheville-Buncombe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$9,026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3067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$11,602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6512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$15,528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Asheville-Buncombe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$36,048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$32,630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Asheville-Buncombe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Asheville-Buncombe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670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041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305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1556" cy="164592"/>
          </a:xfrm>
          <a:prstGeom prst="roundRect">
            <a:avLst>
              <a:gd name="adj" fmla="val 2264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8118" cy="164592"/>
          </a:xfrm>
          <a:prstGeom prst="roundRect">
            <a:avLst>
              <a:gd name="adj" fmla="val 3383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Asheville-Buncombe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940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721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9172" cy="164592"/>
          </a:xfrm>
          <a:prstGeom prst="roundRect">
            <a:avLst>
              <a:gd name="adj" fmla="val 6181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Asheville-Buncombe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Asheville-Buncombe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