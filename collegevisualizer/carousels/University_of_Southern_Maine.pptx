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of Southern Maine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Portland, ME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79%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1116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79%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Enrollment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1116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4,222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$27,944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$13,596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1930850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$19,060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270682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$49,958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$47,107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+6%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59%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41%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401274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75%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47199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26166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24731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155677" cy="164592"/>
          </a:xfrm>
          <a:prstGeom prst="roundRect">
            <a:avLst>
              <a:gd name="adj" fmla="val 23495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24.9%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244618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18.3%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203180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15.2%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41438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3.1%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41438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3.1%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University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2026-06-11T21:08:38Z</dcterms:created>
  <dcterms:modified xsi:type="dcterms:W3CDTF">2026-06-11T21:08:38Z</dcterms:modified>
</cp:coreProperties>
</file>