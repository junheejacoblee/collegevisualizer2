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 American University of Puerto Rico-Aguadilla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Aguadilla, PR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2,906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$5,742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60662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$8,742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83723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$24,776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$23,322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9113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7455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615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