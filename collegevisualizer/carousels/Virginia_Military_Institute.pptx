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Military Institute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Lexington, VA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1,527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$52,638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$17,113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29018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$22,996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3372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$77,369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$63,545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14%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86%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8353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326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639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33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38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629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610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582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Virginia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