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Phoenix, AZ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4,538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6510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$13,339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0819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$46,147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$42,262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972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951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106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81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511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454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27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GateWay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