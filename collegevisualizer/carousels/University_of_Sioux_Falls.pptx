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Sioux Falls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Sioux Falls, SD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1,218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$21,750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1262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$21,383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6499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$23,249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$54,521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$46,712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6011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92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204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72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9484" cy="164592"/>
          </a:xfrm>
          <a:prstGeom prst="roundRect">
            <a:avLst>
              <a:gd name="adj" fmla="val 3676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570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571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71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8565" cy="164592"/>
          </a:xfrm>
          <a:prstGeom prst="roundRect">
            <a:avLst>
              <a:gd name="adj" fmla="val 28449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