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Christian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Lakewood, CO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5,549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$41,342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$29,500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3176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$28,312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1772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$50,416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$41,623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4651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299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122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64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0408" cy="164592"/>
          </a:xfrm>
          <a:prstGeom prst="roundRect">
            <a:avLst>
              <a:gd name="adj" fmla="val 3642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192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249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832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6226" cy="164592"/>
          </a:xfrm>
          <a:prstGeom prst="roundRect">
            <a:avLst>
              <a:gd name="adj" fmla="val 3443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Colorado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