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Owings Mills, MD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933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39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$62,079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57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9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9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4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0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54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1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4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310" cy="164592"/>
          </a:xfrm>
          <a:prstGeom prst="roundRect">
            <a:avLst>
              <a:gd name="adj" fmla="val 7417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