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Hood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Gresham,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$9,819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511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09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$13,667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997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93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6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98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49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060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2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08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