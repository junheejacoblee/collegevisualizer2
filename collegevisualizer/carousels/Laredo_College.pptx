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342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$2,959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253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$27,435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31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091" cy="164592"/>
          </a:xfrm>
          <a:prstGeom prst="roundRect">
            <a:avLst>
              <a:gd name="adj" fmla="val 27901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41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593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Laredo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Laredo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