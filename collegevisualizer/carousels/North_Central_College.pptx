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Central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Naperville,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263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63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$60,123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74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43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56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8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80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0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6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8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141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