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Wesleyan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Worth,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28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$23,125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185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$44,773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981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53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836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99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8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383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3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3987" cy="164592"/>
          </a:xfrm>
          <a:prstGeom prst="roundRect">
            <a:avLst>
              <a:gd name="adj" fmla="val 3208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