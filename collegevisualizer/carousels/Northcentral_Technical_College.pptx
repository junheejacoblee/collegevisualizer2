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Northcentral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Northcentral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Wausau,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Northcentral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$7,132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470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$10,303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8884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Northcentral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$44,925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$38,984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Northcentral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Northcentral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18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92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74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0478" cy="164592"/>
          </a:xfrm>
          <a:prstGeom prst="roundRect">
            <a:avLst>
              <a:gd name="adj" fmla="val 24307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0318" cy="164592"/>
          </a:xfrm>
          <a:prstGeom prst="roundRect">
            <a:avLst>
              <a:gd name="adj" fmla="val 3646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Northcentral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474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715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4719" cy="164592"/>
          </a:xfrm>
          <a:prstGeom prst="roundRect">
            <a:avLst>
              <a:gd name="adj" fmla="val 5651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Northcentral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Northcentral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