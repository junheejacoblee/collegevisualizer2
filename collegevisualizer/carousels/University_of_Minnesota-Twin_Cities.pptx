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Minnesota-Twin Cities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Minneapolis,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56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172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$69,020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$57,984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99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79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26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7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4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2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02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76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