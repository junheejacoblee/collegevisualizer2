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Wright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Wright State University-Main Campus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Dayton, OH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6,762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Wright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$21,222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70195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$15,415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688983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$22,750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Wright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$49,500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$42,229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+17%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Wright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Wright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08803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71290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0648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9529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9830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Wright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90195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44231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42646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9.0%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74493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4.7%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Wright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Wright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