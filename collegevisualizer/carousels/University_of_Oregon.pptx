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Oregon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Eugene, OR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20,497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$44,598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$22,182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7383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$20,139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9204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$61,324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$46,084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80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498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614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60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31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893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310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42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206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