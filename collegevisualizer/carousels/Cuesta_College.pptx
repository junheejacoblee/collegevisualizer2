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Luis Obispo,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776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992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$46,047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89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864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04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8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39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56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844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32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4800" cy="164592"/>
          </a:xfrm>
          <a:prstGeom prst="roundRect">
            <a:avLst>
              <a:gd name="adj" fmla="val 4313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Cuesta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