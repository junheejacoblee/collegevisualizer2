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 Valley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Center,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042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582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$51,955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$43,530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01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66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0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49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571" cy="164592"/>
          </a:xfrm>
          <a:prstGeom prst="roundRect">
            <a:avLst>
              <a:gd name="adj" fmla="val 504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594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32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9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0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Saginaw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Saginaw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