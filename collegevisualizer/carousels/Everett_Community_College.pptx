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Everett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Everett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Everett,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Everett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$11,171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$10,684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9548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$10,417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006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Everett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$45,434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$39,316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Everett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Everett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209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631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16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565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61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Everett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946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449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6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Everett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Everett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