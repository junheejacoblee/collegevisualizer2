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Framingham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Framingham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Framingham,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Framingham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573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$16,114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579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Framingham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$52,349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$46,611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Framingham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Framingham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27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075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36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7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87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Framingham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40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5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32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3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Framingham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Framingham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