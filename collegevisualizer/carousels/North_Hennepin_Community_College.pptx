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Hennepin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 Park,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$5,061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36166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786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$51,142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$43,014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43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05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07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140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194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58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25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