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Environmental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Gloucester, ME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064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325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$31,698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4471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36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1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7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2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