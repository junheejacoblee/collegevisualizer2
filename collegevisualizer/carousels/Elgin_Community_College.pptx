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Elgin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Elgin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Elgin, IL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6,648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Elgin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$9,516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$6,026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1304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$7,390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08188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Elgin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$45,516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$39,007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Elgin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Elgin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2126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0086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184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060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731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Elgin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4524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908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938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Elgin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Elgin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