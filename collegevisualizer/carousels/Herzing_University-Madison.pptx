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University-Madison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906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215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88%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12%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0813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0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6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4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8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7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097" cy="164592"/>
          </a:xfrm>
          <a:prstGeom prst="roundRect">
            <a:avLst>
              <a:gd name="adj" fmla="val 3617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Herzing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