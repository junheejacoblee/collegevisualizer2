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Guam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Mangilao, GU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2,515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$11,414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984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3271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$16,786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$35,946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$28,270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77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32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6638" cy="164592"/>
          </a:xfrm>
          <a:prstGeom prst="roundRect">
            <a:avLst>
              <a:gd name="adj" fmla="val 2888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9609" cy="164592"/>
          </a:xfrm>
          <a:prstGeom prst="roundRect">
            <a:avLst>
              <a:gd name="adj" fmla="val 5254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461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966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768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768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