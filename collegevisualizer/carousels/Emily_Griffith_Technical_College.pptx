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Griffith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$7,197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7524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73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1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7381" cy="164592"/>
          </a:xfrm>
          <a:prstGeom prst="roundRect">
            <a:avLst>
              <a:gd name="adj" fmla="val 2481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3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3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Emily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