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Edison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Trenton,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116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$69,331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$65,570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603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05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58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8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1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2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0947" cy="164592"/>
          </a:xfrm>
          <a:prstGeom prst="roundRect">
            <a:avLst>
              <a:gd name="adj" fmla="val 3296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Thomas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