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State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9322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$29,795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72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61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6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9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434" cy="164592"/>
          </a:xfrm>
          <a:prstGeom prst="roundRect">
            <a:avLst>
              <a:gd name="adj" fmla="val 6719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83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3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Gadsden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Gadsden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