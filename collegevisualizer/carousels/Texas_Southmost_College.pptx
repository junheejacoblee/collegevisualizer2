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Southmost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Brownsville,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3,372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$4,948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8179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$3,085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6031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$41,900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$33,992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1663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6347" cy="164592"/>
          </a:xfrm>
          <a:prstGeom prst="roundRect">
            <a:avLst>
              <a:gd name="adj" fmla="val 42359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762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068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