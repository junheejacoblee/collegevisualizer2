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College of Technology at Delhi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4025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$17,225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$15,180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9734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$51,629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$42,826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792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46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176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62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5870" cy="164592"/>
          </a:xfrm>
          <a:prstGeom prst="roundRect">
            <a:avLst>
              <a:gd name="adj" fmla="val 4259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094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45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