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Bozeman, MT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14,451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$33,287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823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824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$44,757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9574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7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38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783" cy="164592"/>
          </a:xfrm>
          <a:prstGeom prst="roundRect">
            <a:avLst>
              <a:gd name="adj" fmla="val 7347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940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237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84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96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