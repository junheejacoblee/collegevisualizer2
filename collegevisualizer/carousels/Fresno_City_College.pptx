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Fresno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Fresno City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Fresno,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21,251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Fresno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$10,154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$8,069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5361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$4,058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859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Fresno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$37,361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$30,049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Fresno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Fresno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644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832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22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57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8572" cy="164592"/>
          </a:xfrm>
          <a:prstGeom prst="roundRect">
            <a:avLst>
              <a:gd name="adj" fmla="val 2306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Fresno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009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575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872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5164" cy="164592"/>
          </a:xfrm>
          <a:prstGeom prst="roundRect">
            <a:avLst>
              <a:gd name="adj" fmla="val 2706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Fresno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Fresno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