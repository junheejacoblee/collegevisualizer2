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Allan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Allan Hancock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Maria,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8,052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$9,892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$5,383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5956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$42,786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$33,531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4213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067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989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806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29269" cy="164592"/>
          </a:xfrm>
          <a:prstGeom prst="roundRect">
            <a:avLst>
              <a:gd name="adj" fmla="val 2829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793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3676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147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02941" cy="164592"/>
          </a:xfrm>
          <a:prstGeom prst="roundRect">
            <a:avLst>
              <a:gd name="adj" fmla="val 35531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