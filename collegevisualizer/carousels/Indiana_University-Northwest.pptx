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University-Northwest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2,661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$22,811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9248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$21,710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7695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$43,361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$39,714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27666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156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466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01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45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746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95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85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5863" cy="164592"/>
          </a:xfrm>
          <a:prstGeom prst="roundRect">
            <a:avLst>
              <a:gd name="adj" fmla="val 3156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