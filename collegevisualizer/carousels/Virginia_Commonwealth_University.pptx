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Commonwealth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Richmond,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20,753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$40,109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$23,433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1852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2727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$58,128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$47,161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7490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4788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821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950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801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401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506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800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2177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Virginia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Virginia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