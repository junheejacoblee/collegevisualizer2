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of California-Berkeley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Berkeley, CA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Highly Selective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33,068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$50,547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$13,481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0584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$13,000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1020643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$92,446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$74,919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+23%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56%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44%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34311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258802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23175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79397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24006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23052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16.5%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50610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0063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50905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University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University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