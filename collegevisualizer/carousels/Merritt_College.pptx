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Merritt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Merritt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Merritt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015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Merritt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Merritt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Merritt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485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90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8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01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000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Merritt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066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2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43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Merritt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Merritt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