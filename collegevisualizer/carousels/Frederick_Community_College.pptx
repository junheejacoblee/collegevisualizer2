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404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207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80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37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35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93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303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63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60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88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Frederick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