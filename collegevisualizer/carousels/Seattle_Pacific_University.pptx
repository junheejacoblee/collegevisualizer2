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Pacific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Seattle, WA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$40,407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$24,488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0504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5711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$64,506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$51,496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6418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935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337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508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899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955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453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558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558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Seattle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