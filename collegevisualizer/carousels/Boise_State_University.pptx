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Boise, ID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61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276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06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2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2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222" cy="164592"/>
          </a:xfrm>
          <a:prstGeom prst="roundRect">
            <a:avLst>
              <a:gd name="adj" fmla="val 2326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0218" cy="164592"/>
          </a:xfrm>
          <a:prstGeom prst="roundRect">
            <a:avLst>
              <a:gd name="adj" fmla="val 280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39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0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3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0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Boise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