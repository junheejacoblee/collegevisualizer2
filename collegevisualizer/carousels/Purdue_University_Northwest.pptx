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University Northwest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Hammond,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085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363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$21,229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$48,439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98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23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920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4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2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074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050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40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8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Purdue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