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469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40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32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55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90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24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052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3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863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Berkeley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