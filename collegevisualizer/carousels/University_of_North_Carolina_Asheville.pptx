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Carolina Asheville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$24,849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563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739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$44,030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66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0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3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92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3619" cy="164592"/>
          </a:xfrm>
          <a:prstGeom prst="roundRect">
            <a:avLst>
              <a:gd name="adj" fmla="val 3219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163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80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25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82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