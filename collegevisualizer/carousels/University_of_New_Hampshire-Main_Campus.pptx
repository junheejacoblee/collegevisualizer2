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New Hampshire-Main Campus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Durham, NH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1218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11,261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$39,852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$23,805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70522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$26,814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70161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$66,479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$53,671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43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0829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3350" cy="164592"/>
          </a:xfrm>
          <a:prstGeom prst="roundRect">
            <a:avLst>
              <a:gd name="adj" fmla="val 2742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27023" cy="164592"/>
          </a:xfrm>
          <a:prstGeom prst="roundRect">
            <a:avLst>
              <a:gd name="adj" fmla="val 28795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4829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9.0%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3511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39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10797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