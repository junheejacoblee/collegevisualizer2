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Winchester,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540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50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$48,167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98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53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6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3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3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2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62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872" cy="164592"/>
          </a:xfrm>
          <a:prstGeom prst="roundRect">
            <a:avLst>
              <a:gd name="adj" fmla="val 3076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9248" cy="164592"/>
          </a:xfrm>
          <a:prstGeom prst="roundRect">
            <a:avLst>
              <a:gd name="adj" fmla="val 4615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Shenandoah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Shenandoah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