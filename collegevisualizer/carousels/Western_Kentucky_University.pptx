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Kentucky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Green,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153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475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02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1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5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7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4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96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52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7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00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