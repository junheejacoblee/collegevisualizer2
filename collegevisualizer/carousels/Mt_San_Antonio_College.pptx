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 San Antonio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Walnut,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26,140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$10,464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$6,490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6134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$5,880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3000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$46,283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$34,928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5807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251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296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286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039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040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784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688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911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