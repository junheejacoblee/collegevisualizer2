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&amp; Stratton College-Online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Orchard Park, NY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8,841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$16,299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00164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$15,187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79686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$21,549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$32,568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$27,873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91%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5295250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129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9312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4066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8160" cy="164592"/>
          </a:xfrm>
          <a:prstGeom prst="roundRect">
            <a:avLst>
              <a:gd name="adj" fmla="val 7594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22065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6453" cy="164592"/>
          </a:xfrm>
          <a:prstGeom prst="roundRect">
            <a:avLst>
              <a:gd name="adj" fmla="val 34359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Bryant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Bryant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2026-06-11T21:08:41Z</dcterms:created>
  <dcterms:modified xsi:type="dcterms:W3CDTF">2026-06-11T21:08:41Z</dcterms:modified>
</cp:coreProperties>
</file>