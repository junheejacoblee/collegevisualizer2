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Star College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Woodlands,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45,188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117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331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70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22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41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3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4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09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5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198" cy="164592"/>
          </a:xfrm>
          <a:prstGeom prst="roundRect">
            <a:avLst>
              <a:gd name="adj" fmla="val 3120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7198" cy="164592"/>
          </a:xfrm>
          <a:prstGeom prst="roundRect">
            <a:avLst>
              <a:gd name="adj" fmla="val 3120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