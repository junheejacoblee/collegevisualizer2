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Citadel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Citadel Military College of South Carolina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Charleston, SC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1208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Highly 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1208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2,705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Citadel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$38,508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$20,723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135638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$21,096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174078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Citadel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$72,085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$60,168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+20%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Citadel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Citadel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14%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86%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786693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55150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47353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25042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20091" cy="164592"/>
          </a:xfrm>
          <a:prstGeom prst="roundRect">
            <a:avLst>
              <a:gd name="adj" fmla="val 30457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Citadel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26.4%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87454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22.8%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83210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6.6%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50430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4.0%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26476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2.1%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Citadel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Citadel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2026-06-11T21:08:37Z</dcterms:created>
  <dcterms:modified xsi:type="dcterms:W3CDTF">2026-06-11T21:08:37Z</dcterms:modified>
</cp:coreProperties>
</file>