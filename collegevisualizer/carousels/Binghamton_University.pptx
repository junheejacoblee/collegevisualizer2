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Vestal,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14,655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$30,447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79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113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86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40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03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0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8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7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6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8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54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Binghamton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