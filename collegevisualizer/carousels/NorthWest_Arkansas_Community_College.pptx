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NorthWest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NorthWest Arkansas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Bentonville, AR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4,953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NorthWest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$5,238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18672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$7,196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00413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$9,506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NorthWest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$43,505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$35,242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NorthWest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NorthWest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5055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4109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727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571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367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NorthWest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6742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7725" cy="164592"/>
          </a:xfrm>
          <a:prstGeom prst="roundRect">
            <a:avLst>
              <a:gd name="adj" fmla="val 31069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NorthWest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NorthWest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