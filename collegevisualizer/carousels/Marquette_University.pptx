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7,660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$51,170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$31,487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19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$23,940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566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$78,257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$65,241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488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3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73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7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8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4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67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69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36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Marquette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Marquette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