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West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Huntington Beach,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463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50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92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01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94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4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9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37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3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1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1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