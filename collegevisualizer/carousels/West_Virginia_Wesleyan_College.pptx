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Virginia Wesleyan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Buckhannon, WV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0508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431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409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77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8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3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903" cy="164592"/>
          </a:xfrm>
          <a:prstGeom prst="roundRect">
            <a:avLst>
              <a:gd name="adj" fmla="val 620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0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46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9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65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