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Carolina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Conway,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10,377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$29,628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$13,966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7066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8117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$47,258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$38,070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05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482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37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64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8423" cy="164592"/>
          </a:xfrm>
          <a:prstGeom prst="roundRect">
            <a:avLst>
              <a:gd name="adj" fmla="val 6260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599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455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156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43466" cy="164592"/>
          </a:xfrm>
          <a:prstGeom prst="roundRect">
            <a:avLst>
              <a:gd name="adj" fmla="val 2549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Coastal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