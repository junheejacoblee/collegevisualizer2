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Range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Westminster,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$17,263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956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163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05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13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6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4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1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9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2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3671" cy="164592"/>
          </a:xfrm>
          <a:prstGeom prst="roundRect">
            <a:avLst>
              <a:gd name="adj" fmla="val 2736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