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Towson,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16,136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$17,413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73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$18,718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910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$64,390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$54,302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95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19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63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31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14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9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14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05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0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