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Carolina Beaufort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Bluffton,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007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34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876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2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06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3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3056" cy="164592"/>
          </a:xfrm>
          <a:prstGeom prst="roundRect">
            <a:avLst>
              <a:gd name="adj" fmla="val 440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8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4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9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