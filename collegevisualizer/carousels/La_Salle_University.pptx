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Salle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$19,409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376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2466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$67,416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$53,701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66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143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647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6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3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36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03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73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51" cy="164592"/>
          </a:xfrm>
          <a:prstGeom prst="roundRect">
            <a:avLst>
              <a:gd name="adj" fmla="val 7994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