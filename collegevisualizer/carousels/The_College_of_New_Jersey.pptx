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College of New Jersey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Ewing,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966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$27,646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74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$73,323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24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0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2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59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1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58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3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436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37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