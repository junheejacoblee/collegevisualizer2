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$44,638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$21,829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4068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448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$53,957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015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62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0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5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2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74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26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Hanover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