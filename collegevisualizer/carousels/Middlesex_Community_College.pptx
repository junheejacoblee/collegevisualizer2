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Middlesex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Middlesex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Bedford, MA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Middlesex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$12,120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$2,624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85918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$7,291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8731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Middlesex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$50,651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$40,318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Middlesex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Middlesex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3142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065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940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038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958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Middlesex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394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518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50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Middlesex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Middlesex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