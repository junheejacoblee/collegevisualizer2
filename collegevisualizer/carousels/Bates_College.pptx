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Bates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Bates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Lewiston, ME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1,760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Bates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$66,590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$29,351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4920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$14,275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85073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Bates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$69,498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$59,202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Bates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Bates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0415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699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837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42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094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Bates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702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Bates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Bates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