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Angeles Valley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Valley Glen,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12,601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$10,572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45251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$12,152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42900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$42,678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$33,987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3431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9998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907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761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440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621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090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7474" cy="164592"/>
          </a:xfrm>
          <a:prstGeom prst="roundRect">
            <a:avLst>
              <a:gd name="adj" fmla="val 31135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97895" cy="164592"/>
          </a:xfrm>
          <a:prstGeom prst="roundRect">
            <a:avLst>
              <a:gd name="adj" fmla="val 3736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