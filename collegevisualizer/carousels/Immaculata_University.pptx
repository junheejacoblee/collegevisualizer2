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Immaculata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Immaculata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Immaculata,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Immaculata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$29,330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$24,258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8222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65323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Immaculata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$75,701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$56,416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Immaculata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Immaculata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3201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493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886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43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99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Immaculata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068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477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146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Immaculata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Immaculata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