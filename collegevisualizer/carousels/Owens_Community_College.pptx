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Perrysburg,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05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689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$16,667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38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04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2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5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3405" cy="164592"/>
          </a:xfrm>
          <a:prstGeom prst="roundRect">
            <a:avLst>
              <a:gd name="adj" fmla="val 4982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544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7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2865" cy="164592"/>
          </a:xfrm>
          <a:prstGeom prst="roundRect">
            <a:avLst>
              <a:gd name="adj" fmla="val 4413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Owens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