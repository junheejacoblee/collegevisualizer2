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Tech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Ruston, LA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8,312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$16,866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2383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$11,864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2704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$22,135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$52,279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$44,903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52878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600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701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2468" cy="164592"/>
          </a:xfrm>
          <a:prstGeom prst="roundRect">
            <a:avLst>
              <a:gd name="adj" fmla="val 3569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6171" cy="164592"/>
          </a:xfrm>
          <a:prstGeom prst="roundRect">
            <a:avLst>
              <a:gd name="adj" fmla="val 3803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729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649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058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379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Louisiana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