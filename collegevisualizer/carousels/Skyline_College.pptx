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Skyline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Skyline College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 Bruno, CA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44%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7,620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44%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Skyline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$9,956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$1,738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692773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$NaN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Text 19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Skyline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$55,702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$41,261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+35%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Skyline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Skyline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55%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45%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197788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376738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212443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71091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32098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Skyline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8.4%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328879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8.3%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162458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4.1%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118872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3.0%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35661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Skyline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Skyline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2026-06-11T21:08:39Z</dcterms:created>
  <dcterms:modified xsi:type="dcterms:W3CDTF">2026-06-11T21:08:39Z</dcterms:modified>
</cp:coreProperties>
</file>