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Illinois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Dekalb,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11,301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$13,248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37228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$13,391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9789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$22,162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$57,808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$46,113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7256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512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846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360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5553" cy="164592"/>
          </a:xfrm>
          <a:prstGeom prst="roundRect">
            <a:avLst>
              <a:gd name="adj" fmla="val 2351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148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792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245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060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