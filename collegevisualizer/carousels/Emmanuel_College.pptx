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829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069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$68,245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43087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09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4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5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54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93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3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Emmanuel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