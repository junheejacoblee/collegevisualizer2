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Foothill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Foothill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Altos Hills,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11,137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Foothill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$7,653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1230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0970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Foothill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$57,072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$48,920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Foothill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Foothill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357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850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414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906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13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Foothill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596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785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163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1631" cy="164592"/>
          </a:xfrm>
          <a:prstGeom prst="roundRect">
            <a:avLst>
              <a:gd name="adj" fmla="val 3598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Foothill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Foothill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