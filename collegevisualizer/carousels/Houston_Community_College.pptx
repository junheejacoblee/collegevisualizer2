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Houston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Houston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Houston,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40,503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$5,460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55649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$5,737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3546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$13,921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$39,254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$31,319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9431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0988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639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682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690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182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737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59339" cy="164592"/>
          </a:xfrm>
          <a:prstGeom prst="roundRect">
            <a:avLst>
              <a:gd name="adj" fmla="val 22955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0817" cy="164592"/>
          </a:xfrm>
          <a:prstGeom prst="roundRect">
            <a:avLst>
              <a:gd name="adj" fmla="val 5164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