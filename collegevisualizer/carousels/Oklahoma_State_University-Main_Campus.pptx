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Stillwater,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84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588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9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4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6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2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710" cy="164592"/>
          </a:xfrm>
          <a:prstGeom prst="roundRect">
            <a:avLst>
              <a:gd name="adj" fmla="val 3005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4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9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4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1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Oklahoma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