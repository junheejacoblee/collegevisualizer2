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Young University-Hawaii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Laie, HI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685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69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51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2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5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6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0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0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64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3207" cy="164592"/>
          </a:xfrm>
          <a:prstGeom prst="roundRect">
            <a:avLst>
              <a:gd name="adj" fmla="val 354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