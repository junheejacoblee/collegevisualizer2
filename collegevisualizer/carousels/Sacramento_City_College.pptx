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05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028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997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61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045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08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312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80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80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900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8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Sacramento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