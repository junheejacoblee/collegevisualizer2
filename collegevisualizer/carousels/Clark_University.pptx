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$58,867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$28,714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357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$26,759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039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$62,381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$49,022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83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709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26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6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26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90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7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30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