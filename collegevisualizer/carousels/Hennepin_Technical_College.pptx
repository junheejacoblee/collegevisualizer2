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Hennepin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Hennepin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Brooklyn Park,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Hennepin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6182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$10,272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6550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$11,433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Hennepin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$49,460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$46,905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Hennepin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Hennepin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0899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998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472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445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371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Hennepin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800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23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Hennepin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Hennepin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