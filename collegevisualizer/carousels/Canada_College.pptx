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Redwood City,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155" cy="128016"/>
          </a:xfrm>
          <a:prstGeom prst="roundRect">
            <a:avLst>
              <a:gd name="adj" fmla="val 327889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38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119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328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22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58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590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345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858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5570" cy="164592"/>
          </a:xfrm>
          <a:prstGeom prst="roundRect">
            <a:avLst>
              <a:gd name="adj" fmla="val 3164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Canada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