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State University-Penn State Harrisburg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Middletown,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344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802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$55,620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4442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03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3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66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9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63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988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14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4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Pennsylvania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