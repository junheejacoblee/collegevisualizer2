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Ferris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Ferris State University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Big Rapids, MI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91%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1012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47%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91%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Enrollment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1012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8,106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47%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Ferris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$14,778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2792687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$8,624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1629729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$21,000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Ferris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$54,735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$47,339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+16%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Ferris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Ferris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54%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46%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144453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73%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59166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40719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153628" cy="164592"/>
          </a:xfrm>
          <a:prstGeom prst="roundRect">
            <a:avLst>
              <a:gd name="adj" fmla="val 23808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95946" cy="164592"/>
          </a:xfrm>
          <a:prstGeom prst="roundRect">
            <a:avLst>
              <a:gd name="adj" fmla="val 38121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Ferris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17.4%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313712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16.4%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59299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3.1%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24867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1.3%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22954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1.2%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Ferris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Ferris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2026-06-11T21:08:36Z</dcterms:created>
  <dcterms:modified xsi:type="dcterms:W3CDTF">2026-06-11T21:08:36Z</dcterms:modified>
</cp:coreProperties>
</file>