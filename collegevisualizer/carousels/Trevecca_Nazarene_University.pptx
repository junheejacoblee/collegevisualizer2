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Trevecca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Trevecca Nazarene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Nashville, TN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1,737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Trevecca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$31,300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$16,813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317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$18,744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7653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Trevecca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$49,378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$46,065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Trevecca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Trevecca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647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316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469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35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9415" cy="164592"/>
          </a:xfrm>
          <a:prstGeom prst="roundRect">
            <a:avLst>
              <a:gd name="adj" fmla="val 2447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Trevecca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954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961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9034" cy="164592"/>
          </a:xfrm>
          <a:prstGeom prst="roundRect">
            <a:avLst>
              <a:gd name="adj" fmla="val 2454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9356" cy="164592"/>
          </a:xfrm>
          <a:prstGeom prst="roundRect">
            <a:avLst>
              <a:gd name="adj" fmla="val 3681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Trevecca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Trevecca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