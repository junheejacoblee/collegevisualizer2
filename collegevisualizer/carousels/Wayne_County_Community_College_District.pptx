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County Community College District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Detroit,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$4,067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3380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1888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$12,062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$29,079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$21,336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096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693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09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2476" cy="164592"/>
          </a:xfrm>
          <a:prstGeom prst="roundRect">
            <a:avLst>
              <a:gd name="adj" fmla="val 2398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996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72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0817" cy="164592"/>
          </a:xfrm>
          <a:prstGeom prst="roundRect">
            <a:avLst>
              <a:gd name="adj" fmla="val 5164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