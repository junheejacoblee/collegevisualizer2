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Pontifical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Pontifical Catholic University of Puerto Rico-Ponce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Ponce,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Pontifical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026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775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Pontifical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$24,908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Pontifical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Pontifical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72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Pontifical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72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80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5108" cy="164592"/>
          </a:xfrm>
          <a:prstGeom prst="roundRect">
            <a:avLst>
              <a:gd name="adj" fmla="val 3479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554" cy="164592"/>
          </a:xfrm>
          <a:prstGeom prst="roundRect">
            <a:avLst>
              <a:gd name="adj" fmla="val 6959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Pontifical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Pontifical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