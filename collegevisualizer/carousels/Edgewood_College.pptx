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Edgewood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Edgewood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Madison, WI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Edgewood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$26,113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898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$24,424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029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Edgewood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$59,728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$53,843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Edgewood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Edgewood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653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84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35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40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1467" cy="164592"/>
          </a:xfrm>
          <a:prstGeom prst="roundRect">
            <a:avLst>
              <a:gd name="adj" fmla="val 3011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Edgewood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511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669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5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0154" cy="164592"/>
          </a:xfrm>
          <a:prstGeom prst="roundRect">
            <a:avLst>
              <a:gd name="adj" fmla="val 2435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Edgewood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Edgewood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