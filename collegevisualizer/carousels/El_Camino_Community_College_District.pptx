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Torrance,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19,210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40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77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0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671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72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264" cy="164592"/>
          </a:xfrm>
          <a:prstGeom prst="roundRect">
            <a:avLst>
              <a:gd name="adj" fmla="val 317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94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29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3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4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