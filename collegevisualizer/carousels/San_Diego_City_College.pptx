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Diego City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Diego,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10,441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$7,935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483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$7,689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507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$38,503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$31,504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9691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856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513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012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213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092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812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414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927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