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Anselm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Manchester, NH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$48,920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2134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902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$73,371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$63,347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47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52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586" cy="164592"/>
          </a:xfrm>
          <a:prstGeom prst="roundRect">
            <a:avLst>
              <a:gd name="adj" fmla="val 44831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341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78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95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5646" cy="164592"/>
          </a:xfrm>
          <a:prstGeom prst="roundRect">
            <a:avLst>
              <a:gd name="adj" fmla="val 4835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