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North Carolina at Chapel Hill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Chapel Hill, NC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1439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20,752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$41,203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$11,655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12256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34842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$72,200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$57,057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301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2489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569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737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39603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585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9495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5215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656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