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the South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Sewanee,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$56,120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$27,872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709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$22,855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1617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$64,911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$53,456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772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59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34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0547" cy="164592"/>
          </a:xfrm>
          <a:prstGeom prst="roundRect">
            <a:avLst>
              <a:gd name="adj" fmla="val 2429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534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267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16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