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Valley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Orem,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28,453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$18,489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685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659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$55,486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221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18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3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968" cy="164592"/>
          </a:xfrm>
          <a:prstGeom prst="roundRect">
            <a:avLst>
              <a:gd name="adj" fmla="val 469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0520" cy="164592"/>
          </a:xfrm>
          <a:prstGeom prst="roundRect">
            <a:avLst>
              <a:gd name="adj" fmla="val 6043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0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05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4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0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