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Medrash Govoha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Lakewood,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$40,300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100%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810512" y="376732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not available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