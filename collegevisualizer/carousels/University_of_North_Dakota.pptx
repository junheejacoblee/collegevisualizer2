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Dakota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Forks, ND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9,981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013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$18,551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376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$22,057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$63,552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145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9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9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8244" cy="164592"/>
          </a:xfrm>
          <a:prstGeom prst="roundRect">
            <a:avLst>
              <a:gd name="adj" fmla="val 2467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7522" cy="164592"/>
          </a:xfrm>
          <a:prstGeom prst="roundRect">
            <a:avLst>
              <a:gd name="adj" fmla="val 2868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957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46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2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49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