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College at Burlington County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Laurel,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943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97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70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28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63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8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76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93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Rowan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