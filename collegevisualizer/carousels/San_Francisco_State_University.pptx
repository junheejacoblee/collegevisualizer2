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18,639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10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$15,371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6835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08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68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53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63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46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8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1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26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00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