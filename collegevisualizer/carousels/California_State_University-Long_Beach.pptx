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University-Long Beach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Beach,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35,924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$19,950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67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$14,289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423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$64,403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43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73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403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3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25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2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862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44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95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