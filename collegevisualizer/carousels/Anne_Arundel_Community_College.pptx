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 Arundel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Arnold,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657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951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$46,219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$38,890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580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087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9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977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44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988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727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9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