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Pratt Institute-Main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Brooklyn,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$61,845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$52,659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7904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6837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$54,295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17811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149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541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660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479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Pratt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