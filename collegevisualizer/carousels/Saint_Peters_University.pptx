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Peter's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City,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377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118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$57,815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57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992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04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754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01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7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4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228" cy="164592"/>
          </a:xfrm>
          <a:prstGeom prst="roundRect">
            <a:avLst>
              <a:gd name="adj" fmla="val 7912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