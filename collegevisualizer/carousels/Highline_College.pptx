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Highline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Highline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Moines,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3,838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$5,332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419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$9,879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1624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$47,869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$42,323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867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787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1394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601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833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155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808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0775" cy="164592"/>
          </a:xfrm>
          <a:prstGeom prst="roundRect">
            <a:avLst>
              <a:gd name="adj" fmla="val 4029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Highline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