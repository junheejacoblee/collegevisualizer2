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College of Baltimore County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901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887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$11,528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$43,729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93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16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80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9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8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78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815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0852" cy="164592"/>
          </a:xfrm>
          <a:prstGeom prst="roundRect">
            <a:avLst>
              <a:gd name="adj" fmla="val 4523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