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$37,950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$26,598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813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343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$62,399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19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52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1451" cy="164592"/>
          </a:xfrm>
          <a:prstGeom prst="roundRect">
            <a:avLst>
              <a:gd name="adj" fmla="val 25858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2524" cy="164592"/>
          </a:xfrm>
          <a:prstGeom prst="roundRect">
            <a:avLst>
              <a:gd name="adj" fmla="val 2985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9076" cy="164592"/>
          </a:xfrm>
          <a:prstGeom prst="roundRect">
            <a:avLst>
              <a:gd name="adj" fmla="val 3353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708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0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8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894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Elizabethtown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Elizabethtown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