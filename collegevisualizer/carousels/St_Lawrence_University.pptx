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Lawrence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Canton,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$65,900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$28,651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253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2593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$67,258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$55,037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435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30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0004" cy="164592"/>
          </a:xfrm>
          <a:prstGeom prst="roundRect">
            <a:avLst>
              <a:gd name="adj" fmla="val 30479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4524" cy="164592"/>
          </a:xfrm>
          <a:prstGeom prst="roundRect">
            <a:avLst>
              <a:gd name="adj" fmla="val 31937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4250" cy="164592"/>
          </a:xfrm>
          <a:prstGeom prst="roundRect">
            <a:avLst>
              <a:gd name="adj" fmla="val 3880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478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99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146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6827" cy="164592"/>
          </a:xfrm>
          <a:prstGeom prst="roundRect">
            <a:avLst>
              <a:gd name="adj" fmla="val 3777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