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Lutheran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 Oaks,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$30,109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33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$21,669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360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$68,712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$54,981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40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39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74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0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4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06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6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1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