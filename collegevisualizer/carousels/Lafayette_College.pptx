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Lafayette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Lafayette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Easton,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2,757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Lafayette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$65,398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$34,433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8947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97091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Lafayette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$91,410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$80,614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Lafayette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Lafayette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9343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153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665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073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50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Lafayette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294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883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550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Lafayette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Lafayette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