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Marion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Florence, SC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665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35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$43,888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055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90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6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0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3514" cy="164592"/>
          </a:xfrm>
          <a:prstGeom prst="roundRect">
            <a:avLst>
              <a:gd name="adj" fmla="val 3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1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94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3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9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Francis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