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Carolina A &amp; 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Greensboro,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$20,673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385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941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27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4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9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7074" cy="164592"/>
          </a:xfrm>
          <a:prstGeom prst="roundRect">
            <a:avLst>
              <a:gd name="adj" fmla="val 2668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029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29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66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04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