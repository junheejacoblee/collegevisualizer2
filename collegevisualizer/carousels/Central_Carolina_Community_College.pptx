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Carolina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Sanford,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$8,855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07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$33,525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$29,774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91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416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640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5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3337" cy="164592"/>
          </a:xfrm>
          <a:prstGeom prst="roundRect">
            <a:avLst>
              <a:gd name="adj" fmla="val 3918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2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21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9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