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 University-Main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Athens,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19,633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$24,838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$21,637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45705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$21,056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6422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$52,581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$48,991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7229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25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488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74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4286" cy="164592"/>
          </a:xfrm>
          <a:prstGeom prst="roundRect">
            <a:avLst>
              <a:gd name="adj" fmla="val 4923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662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300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17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30759" cy="164592"/>
          </a:xfrm>
          <a:prstGeom prst="roundRect">
            <a:avLst>
              <a:gd name="adj" fmla="val 2797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Ohio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