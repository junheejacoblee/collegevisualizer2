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$30,902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60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987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37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21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67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27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3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5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5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9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7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DePaul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