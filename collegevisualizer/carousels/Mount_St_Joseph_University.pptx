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St. Joseph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1950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$26,827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906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$51,509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$43,595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18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035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5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5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34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50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31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