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Paul,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28362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$16,863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1349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$17,100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$64,705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$54,828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9808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9307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651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661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650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621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055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620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89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Metropolitan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Metropolitan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