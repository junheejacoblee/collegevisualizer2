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State University Campus Immersion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64,674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$33,139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923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351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169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05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45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8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6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23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4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17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