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Williamstown,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254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386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$88,665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$71,754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12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56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10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5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0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169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95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