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Paul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Paul,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839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$11,495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717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$36,932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46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850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87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042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794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26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050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