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University-Indianapolis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Indianapolis,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$34,891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271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747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$55,198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992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59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9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1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6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7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4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99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2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