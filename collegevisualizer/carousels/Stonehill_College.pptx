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90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57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$77,745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61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6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7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7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076" cy="164592"/>
          </a:xfrm>
          <a:prstGeom prst="roundRect">
            <a:avLst>
              <a:gd name="adj" fmla="val 2521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4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1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3548" cy="164592"/>
          </a:xfrm>
          <a:prstGeom prst="roundRect">
            <a:avLst>
              <a:gd name="adj" fmla="val 2738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Stonehill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Stonehill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