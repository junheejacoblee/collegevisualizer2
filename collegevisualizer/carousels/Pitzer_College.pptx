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$65,192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13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196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$69,512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11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31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591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79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2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44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46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5246" cy="164592"/>
          </a:xfrm>
          <a:prstGeom prst="roundRect">
            <a:avLst>
              <a:gd name="adj" fmla="val 3475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623" cy="164592"/>
          </a:xfrm>
          <a:prstGeom prst="roundRect">
            <a:avLst>
              <a:gd name="adj" fmla="val 6950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Pitzer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Pitzer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