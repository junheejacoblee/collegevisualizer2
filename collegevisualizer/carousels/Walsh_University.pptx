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Walsh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Walsh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Canton,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Walsh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51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976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Walsh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$59,764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Walsh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Walsh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316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0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30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1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6582" cy="164592"/>
          </a:xfrm>
          <a:prstGeom prst="roundRect">
            <a:avLst>
              <a:gd name="adj" fmla="val 4776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Walsh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53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0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0304" cy="164592"/>
          </a:xfrm>
          <a:prstGeom prst="roundRect">
            <a:avLst>
              <a:gd name="adj" fmla="val 3040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0203" cy="164592"/>
          </a:xfrm>
          <a:prstGeom prst="roundRect">
            <a:avLst>
              <a:gd name="adj" fmla="val 4560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Walsh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Walsh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