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of Saint Benedict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Joseph, MN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1,370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$55,756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$26,640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9613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$26,944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91776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$63,260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$54,567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100%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742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727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4316" cy="164592"/>
          </a:xfrm>
          <a:prstGeom prst="roundRect">
            <a:avLst>
              <a:gd name="adj" fmla="val 294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898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900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772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322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