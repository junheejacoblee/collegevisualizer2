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Cameron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Cameron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Lawton, OK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2,492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Cameron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$16,515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04835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$10,912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01415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Cameron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$40,118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$33,447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Cameron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Cameron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68012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74077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13066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88345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0990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Cameron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97527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78863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0219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39980" cy="164592"/>
          </a:xfrm>
          <a:prstGeom prst="roundRect">
            <a:avLst>
              <a:gd name="adj" fmla="val 26129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Cameron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Cameron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