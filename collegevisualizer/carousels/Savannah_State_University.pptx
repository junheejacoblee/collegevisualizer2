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$19,043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990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$8,172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582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$37,981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$27,494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38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49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0281" cy="164592"/>
          </a:xfrm>
          <a:prstGeom prst="roundRect">
            <a:avLst>
              <a:gd name="adj" fmla="val 2282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4556" cy="164592"/>
          </a:xfrm>
          <a:prstGeom prst="roundRect">
            <a:avLst>
              <a:gd name="adj" fmla="val 2936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204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98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0861" cy="164592"/>
          </a:xfrm>
          <a:prstGeom prst="roundRect">
            <a:avLst>
              <a:gd name="adj" fmla="val 3626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Savannah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