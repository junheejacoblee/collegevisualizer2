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Community and Technical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Louisville, KY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7,744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$6,512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21808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$6,376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7175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$11,651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$38,171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$32,950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5692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3331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513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50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188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308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576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Jefferson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Jefferson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