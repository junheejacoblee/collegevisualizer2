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Normandale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Normandale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Bloomington,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Normandale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$6,329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362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711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Normandale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Normandale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Normandale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72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854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974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99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9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Normandale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544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23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1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5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Normandale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Normandale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