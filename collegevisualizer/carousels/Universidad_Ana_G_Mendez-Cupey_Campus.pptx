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Ana G. Mendez-Cupey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583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93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75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30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9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