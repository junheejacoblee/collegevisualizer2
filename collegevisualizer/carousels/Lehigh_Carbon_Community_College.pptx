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Carbon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Schnecksville,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522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896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69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95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92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02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72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818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49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8448" cy="164592"/>
          </a:xfrm>
          <a:prstGeom prst="roundRect">
            <a:avLst>
              <a:gd name="adj" fmla="val 4662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Lehigh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Lehigh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