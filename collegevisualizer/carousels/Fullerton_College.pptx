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Fullerton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Fullerton,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17,121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$12,379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$6,134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664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426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$43,366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360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17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873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08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36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66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605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0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50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Fullerton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