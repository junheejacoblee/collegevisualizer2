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Smithfield,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919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86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136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10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4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660" cy="164592"/>
          </a:xfrm>
          <a:prstGeom prst="roundRect">
            <a:avLst>
              <a:gd name="adj" fmla="val 7080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75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38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4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