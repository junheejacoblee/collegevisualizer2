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Baldwin Agricultural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Tifton,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85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$6,842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10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51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1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5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5780" cy="164592"/>
          </a:xfrm>
          <a:prstGeom prst="roundRect">
            <a:avLst>
              <a:gd name="adj" fmla="val 3818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43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38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06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Abraham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