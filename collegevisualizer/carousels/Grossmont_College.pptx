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Grossmont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Grossmont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Cajon,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12,163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Grossmont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$10,628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$5,311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8312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$8,625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2057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Grossmont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$40,309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$31,861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Grossmont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Grossmont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9721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0869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785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369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218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Grossmont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811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509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283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490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Grossmont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Grossmont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