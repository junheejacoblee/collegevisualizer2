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Stroudsburg University of Pennsylvania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Stroudsburg,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957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$18,134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715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$24,218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$56,148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$44,290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902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58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18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53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1586" cy="164592"/>
          </a:xfrm>
          <a:prstGeom prst="roundRect">
            <a:avLst>
              <a:gd name="adj" fmla="val 2779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430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54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796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178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