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Western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Western Governors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Salt Lake City, UT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155,088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Western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$8,658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73822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$12,548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$11,116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51560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Western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$60,615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$69,572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+-13%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Western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Western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56%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44%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2155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28134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17833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5185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1971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Western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28.7%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86452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71376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8555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Western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Western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