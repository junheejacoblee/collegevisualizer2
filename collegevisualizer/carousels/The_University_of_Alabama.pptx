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University of Alabama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Tuscaloosa, AL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33,227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$34,172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$22,420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0370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4202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$59,221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$52,233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5808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695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415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192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6548" cy="164592"/>
          </a:xfrm>
          <a:prstGeom prst="roundRect">
            <a:avLst>
              <a:gd name="adj" fmla="val 4226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437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522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294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830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