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Tulsa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Tulsa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Tulsa,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12,228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Tulsa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5583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415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$12,223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Tulsa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$39,746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$34,866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Tulsa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Tulsa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380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351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144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88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4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Tulsa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24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153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932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88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Tulsa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Tulsa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