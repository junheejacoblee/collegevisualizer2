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Portland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Portland, OR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$58,100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$28,210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268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$21,370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45966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$82,804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$67,913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6592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992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368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370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96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105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273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724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724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