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Minnesota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Marshall,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$10,361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057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601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917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6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4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5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0266" cy="164592"/>
          </a:xfrm>
          <a:prstGeom prst="roundRect">
            <a:avLst>
              <a:gd name="adj" fmla="val 228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66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8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9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