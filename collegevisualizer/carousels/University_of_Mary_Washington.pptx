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Mary Washington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Fredericksburg,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759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518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$60,613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66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6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0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6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9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8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95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62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001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