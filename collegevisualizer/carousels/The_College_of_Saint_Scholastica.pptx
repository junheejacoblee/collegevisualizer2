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College of Saint Scholastica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Duluth, MN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1,765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$41,778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$27,846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4509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998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$65,934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$62,332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7751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25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99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36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8918" cy="164592"/>
          </a:xfrm>
          <a:prstGeom prst="roundRect">
            <a:avLst>
              <a:gd name="adj" fmla="val 3075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529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88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0368" cy="164592"/>
          </a:xfrm>
          <a:prstGeom prst="roundRect">
            <a:avLst>
              <a:gd name="adj" fmla="val 5197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