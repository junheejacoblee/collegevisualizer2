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the Desert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Desert,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10,207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671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$15,728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11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215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9894" cy="164592"/>
          </a:xfrm>
          <a:prstGeom prst="roundRect">
            <a:avLst>
              <a:gd name="adj" fmla="val 24401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1441" cy="164592"/>
          </a:xfrm>
          <a:prstGeom prst="roundRect">
            <a:avLst>
              <a:gd name="adj" fmla="val 2586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7496" cy="164592"/>
          </a:xfrm>
          <a:prstGeom prst="roundRect">
            <a:avLst>
              <a:gd name="adj" fmla="val 2660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575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65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46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15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