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Stetson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Stetson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DeLand, FL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2,297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Stetson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$57,410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$19,372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33910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60716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Stetson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$51,642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$44,792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Stetson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Stetson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0098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227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404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371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9067" cy="164592"/>
          </a:xfrm>
          <a:prstGeom prst="roundRect">
            <a:avLst>
              <a:gd name="adj" fmla="val 2299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Stetson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957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124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873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377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Stetson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Stetson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