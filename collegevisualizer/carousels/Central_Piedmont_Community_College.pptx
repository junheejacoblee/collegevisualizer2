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Piedmont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$3,345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855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195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$37,865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$32,138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630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650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053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961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47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704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090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6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