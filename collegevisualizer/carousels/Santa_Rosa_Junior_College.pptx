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Rosa Junior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Rosa,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15,080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$11,308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$6,331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22183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33398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$47,224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$40,149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00107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8367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1451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253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165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7069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739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1599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8054" cy="164592"/>
          </a:xfrm>
          <a:prstGeom prst="roundRect">
            <a:avLst>
              <a:gd name="adj" fmla="val 63003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Santa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Santa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2026-06-11T21:08:39Z</dcterms:created>
  <dcterms:modified xsi:type="dcterms:W3CDTF">2026-06-11T21:08:39Z</dcterms:modified>
</cp:coreProperties>
</file>