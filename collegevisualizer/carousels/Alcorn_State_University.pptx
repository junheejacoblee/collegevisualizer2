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Alcorn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Alcorn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Alcorn State, MS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2,363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Alcorn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$8,785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29123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$13,265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4970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Alcorn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$36,421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$27,752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Alcorn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Alcorn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6157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9211" cy="164592"/>
          </a:xfrm>
          <a:prstGeom prst="roundRect">
            <a:avLst>
              <a:gd name="adj" fmla="val 52847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Alcorn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193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200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4816" cy="164592"/>
          </a:xfrm>
          <a:prstGeom prst="roundRect">
            <a:avLst>
              <a:gd name="adj" fmla="val 29304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Alcorn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Alcorn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