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 School of Engineering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Milwaukee, WI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2,654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$50,480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$22,453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6514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2261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$89,070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$75,114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29%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71%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69512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943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00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20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885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256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541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283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Milwaukee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Milwaukee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