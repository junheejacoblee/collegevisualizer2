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Texas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34,341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364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121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03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71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31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79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1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42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71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37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