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Columbia, MO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$25,826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$22,715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904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$23,879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6931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$45,378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$40,747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4649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510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394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22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1870" cy="164592"/>
          </a:xfrm>
          <a:prstGeom prst="roundRect">
            <a:avLst>
              <a:gd name="adj" fmla="val 2408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729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693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1385" cy="164592"/>
          </a:xfrm>
          <a:prstGeom prst="roundRect">
            <a:avLst>
              <a:gd name="adj" fmla="val 2783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7590" cy="164592"/>
          </a:xfrm>
          <a:prstGeom prst="roundRect">
            <a:avLst>
              <a:gd name="adj" fmla="val 4175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Columbia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