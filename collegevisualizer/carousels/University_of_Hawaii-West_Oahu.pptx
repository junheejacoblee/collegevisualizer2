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Hawaii-West Oahu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Kapolei, HI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948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009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02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44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59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8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8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86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