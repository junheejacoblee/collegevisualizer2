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Island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Brookville, NY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1224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1224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5,520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$42,432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$33,062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092157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$23,577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20506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$59,950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$47,543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+26%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66%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34%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808244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05181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63545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28682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2531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77199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20228" cy="164592"/>
          </a:xfrm>
          <a:prstGeom prst="roundRect">
            <a:avLst>
              <a:gd name="adj" fmla="val 304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88589" cy="164592"/>
          </a:xfrm>
          <a:prstGeom prst="roundRect">
            <a:avLst>
              <a:gd name="adj" fmla="val 41287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Long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