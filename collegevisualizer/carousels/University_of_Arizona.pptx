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Arizona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Tucson,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42,537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$16,674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6513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$19,620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416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$59,979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72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43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8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7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67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73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54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90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580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