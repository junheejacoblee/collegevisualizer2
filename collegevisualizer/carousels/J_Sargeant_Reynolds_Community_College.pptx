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Sargeant Reynolds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Richmond,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$11,718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502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560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$39,529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$32,102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67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762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44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18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540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983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10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72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4810" cy="164592"/>
          </a:xfrm>
          <a:prstGeom prst="roundRect">
            <a:avLst>
              <a:gd name="adj" fmla="val 2362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