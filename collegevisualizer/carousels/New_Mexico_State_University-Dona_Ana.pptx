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Mexico State University-Dona 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Cruces, NM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47643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040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$17,095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$39,067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6881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08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4666" cy="164592"/>
          </a:xfrm>
          <a:prstGeom prst="roundRect">
            <a:avLst>
              <a:gd name="adj" fmla="val 34945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0023" cy="164592"/>
          </a:xfrm>
          <a:prstGeom prst="roundRect">
            <a:avLst>
              <a:gd name="adj" fmla="val 4063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64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546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