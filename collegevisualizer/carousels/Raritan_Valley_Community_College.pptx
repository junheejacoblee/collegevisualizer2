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Raritan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Raritan Valley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Branchburg, NJ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5,416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Raritan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$7,584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86638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$6,778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6175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Raritan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$48,145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$39,229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Raritan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Raritan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83545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5457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3572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982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376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Raritan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882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360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720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80010" cy="164592"/>
          </a:xfrm>
          <a:prstGeom prst="roundRect">
            <a:avLst>
              <a:gd name="adj" fmla="val 45714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Raritan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Raritan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