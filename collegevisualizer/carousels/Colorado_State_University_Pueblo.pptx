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State University Pueblo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Pueblo,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121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552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$55,563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86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398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127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2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11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422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861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218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24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