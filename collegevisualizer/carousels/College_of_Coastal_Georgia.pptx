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of Coastal Georgia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Brunswick,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2,979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$10,936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84381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$15,261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$15,039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1076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$39,318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$35,382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12941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4594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687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4102" cy="164592"/>
          </a:xfrm>
          <a:prstGeom prst="roundRect">
            <a:avLst>
              <a:gd name="adj" fmla="val 29473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4173" cy="164592"/>
          </a:xfrm>
          <a:prstGeom prst="roundRect">
            <a:avLst>
              <a:gd name="adj" fmla="val 3203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593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