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Middlesex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Middlesex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Edison, NJ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8,469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Middlesex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$7,356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9407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$2,288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93127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Middlesex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$46,861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$37,254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Middlesex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Middlesex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6474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871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238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1646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602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Middlesex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654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235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465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Middlesex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Middlesex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