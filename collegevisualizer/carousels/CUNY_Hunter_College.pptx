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Hunter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16,289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$2,984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723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472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$63,163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$50,414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204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181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472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78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1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78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35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8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78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