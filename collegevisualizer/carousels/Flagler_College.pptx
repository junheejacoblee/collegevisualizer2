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Flagler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Flagler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Augustine,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2,391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Flagler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$29,900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8724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$30,525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526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Flagler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$49,483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$41,963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Flagler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Flagler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4969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837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12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67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4865" cy="164592"/>
          </a:xfrm>
          <a:prstGeom prst="roundRect">
            <a:avLst>
              <a:gd name="adj" fmla="val 5638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Flagler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907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91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Flagler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Flagler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