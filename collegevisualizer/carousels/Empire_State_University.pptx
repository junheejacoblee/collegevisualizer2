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Empire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Saratoga Springs,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7,585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$17,558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72017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$11,676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7390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$18,730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$54,080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$50,167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4969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786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524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18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01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476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3137" cy="164592"/>
          </a:xfrm>
          <a:prstGeom prst="roundRect">
            <a:avLst>
              <a:gd name="adj" fmla="val 2747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Empire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