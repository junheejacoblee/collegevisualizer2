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Joseph's University - Philadelphia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21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000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$86,881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$66,438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44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4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0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55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31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1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6126" cy="164592"/>
          </a:xfrm>
          <a:prstGeom prst="roundRect">
            <a:avLst>
              <a:gd name="adj" fmla="val 2503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3063" cy="164592"/>
          </a:xfrm>
          <a:prstGeom prst="roundRect">
            <a:avLst>
              <a:gd name="adj" fmla="val 5006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