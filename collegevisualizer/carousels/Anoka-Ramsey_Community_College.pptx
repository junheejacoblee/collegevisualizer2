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Anoka-Ramsey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Anoka-Ramsey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Coon Rapids, MN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Anoka-Ramsey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$5,682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37209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$16,434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5999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Anoka-Ramsey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$48,342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$42,217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Anoka-Ramsey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Anoka-Ramsey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3403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531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351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718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391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Anoka-Ramsey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244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971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314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64366" cy="164592"/>
          </a:xfrm>
          <a:prstGeom prst="roundRect">
            <a:avLst>
              <a:gd name="adj" fmla="val 22253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Anoka-Ramsey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Anoka-Ramsey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