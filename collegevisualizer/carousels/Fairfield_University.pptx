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Fairfield, CT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7103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76831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$88,794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$73,693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25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64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6284" cy="164592"/>
          </a:xfrm>
          <a:prstGeom prst="roundRect">
            <a:avLst>
              <a:gd name="adj" fmla="val 3441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1625" cy="164592"/>
          </a:xfrm>
          <a:prstGeom prst="roundRect">
            <a:avLst>
              <a:gd name="adj" fmla="val 3991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8064" cy="164592"/>
          </a:xfrm>
          <a:prstGeom prst="roundRect">
            <a:avLst>
              <a:gd name="adj" fmla="val 537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576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4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824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824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