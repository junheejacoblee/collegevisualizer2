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Rancho Cucamonga,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242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$42,975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99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65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12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0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4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19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5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4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60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Chaffey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Chaffey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