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Eugene, OR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$13,078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160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$9,123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5271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$14,761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$38,075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$33,726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714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044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13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22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0769" cy="164592"/>
          </a:xfrm>
          <a:prstGeom prst="roundRect">
            <a:avLst>
              <a:gd name="adj" fmla="val 2598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258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629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14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