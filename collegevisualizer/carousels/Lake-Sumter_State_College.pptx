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Leesburg,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$13,276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$5,855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5019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1772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$39,876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25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65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609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92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2312" cy="164592"/>
          </a:xfrm>
          <a:prstGeom prst="roundRect">
            <a:avLst>
              <a:gd name="adj" fmla="val 2401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878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789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Lake-Sumter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Lake-Sumter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