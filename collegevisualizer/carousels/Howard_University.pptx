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119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$50,539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238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$63,066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482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1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0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8909" cy="164592"/>
          </a:xfrm>
          <a:prstGeom prst="roundRect">
            <a:avLst>
              <a:gd name="adj" fmla="val 4635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64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377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782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61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Howard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