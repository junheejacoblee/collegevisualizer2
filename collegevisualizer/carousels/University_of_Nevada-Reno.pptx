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Nevada-Reno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Reno, NV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801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$18,922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089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$60,614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45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9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05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6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45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15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1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8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