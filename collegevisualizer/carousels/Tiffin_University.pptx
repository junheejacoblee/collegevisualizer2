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228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798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43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1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1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6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2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2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487" cy="164592"/>
          </a:xfrm>
          <a:prstGeom prst="roundRect">
            <a:avLst>
              <a:gd name="adj" fmla="val 3086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Tiffin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Tiffin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