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173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1978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46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12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0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1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00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70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