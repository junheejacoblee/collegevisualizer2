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445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$20,835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194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3665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0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8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4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8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52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9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2413" cy="164592"/>
          </a:xfrm>
          <a:prstGeom prst="roundRect">
            <a:avLst>
              <a:gd name="adj" fmla="val 3571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008" cy="164592"/>
          </a:xfrm>
          <a:prstGeom prst="roundRect">
            <a:avLst>
              <a:gd name="adj" fmla="val 5714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Oklahoma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