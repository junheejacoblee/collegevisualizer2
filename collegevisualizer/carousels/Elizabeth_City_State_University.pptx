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Elizabeth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Elizabeth City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Elizabeth City, NC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1,975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Elizabeth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$10,536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94810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$6,364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17670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$21,463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Elizabeth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$40,026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$33,776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Elizabeth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Elizabeth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0038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811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742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456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Elizabeth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051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21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Elizabeth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Elizabeth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