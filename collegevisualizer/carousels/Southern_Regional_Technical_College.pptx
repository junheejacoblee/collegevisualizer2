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Regional Technical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Thomasville, GA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3,098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$5,575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$813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57872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$31,293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$29,304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26%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27202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8492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100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869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721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751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