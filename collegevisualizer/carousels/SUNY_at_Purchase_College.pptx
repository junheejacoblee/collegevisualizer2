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at Purchase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173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627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$21,067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56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2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02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5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0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45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