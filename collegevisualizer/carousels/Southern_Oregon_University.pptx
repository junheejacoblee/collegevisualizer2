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Oregon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Ashland, OR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2,751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$31,887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$16,732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8238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$20,332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3041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$49,175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$39,326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7548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866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978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9998" cy="164592"/>
          </a:xfrm>
          <a:prstGeom prst="roundRect">
            <a:avLst>
              <a:gd name="adj" fmla="val 28136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1435" cy="164592"/>
          </a:xfrm>
          <a:prstGeom prst="roundRect">
            <a:avLst>
              <a:gd name="adj" fmla="val 3012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773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602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786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139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