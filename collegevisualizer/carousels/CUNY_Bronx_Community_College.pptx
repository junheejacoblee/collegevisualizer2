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Bronx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Bronx,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5,964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274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120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$8,384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$41,307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$33,072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37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354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91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0720" cy="164592"/>
          </a:xfrm>
          <a:prstGeom prst="roundRect">
            <a:avLst>
              <a:gd name="adj" fmla="val 2275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1904" cy="164592"/>
          </a:xfrm>
          <a:prstGeom prst="roundRect">
            <a:avLst>
              <a:gd name="adj" fmla="val 3589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36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18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910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45505" cy="164592"/>
          </a:xfrm>
          <a:prstGeom prst="roundRect">
            <a:avLst>
              <a:gd name="adj" fmla="val 25137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