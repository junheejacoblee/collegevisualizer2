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Minot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Minot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Minot, ND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1051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$8,702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76112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$12,703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7085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$19,609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$51,759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$46,214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55084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4675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6176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591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93253" cy="164592"/>
          </a:xfrm>
          <a:prstGeom prst="roundRect">
            <a:avLst>
              <a:gd name="adj" fmla="val 39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016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3885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Minot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