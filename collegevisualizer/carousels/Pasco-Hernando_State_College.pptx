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Pasco-Hernando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Pasco-Hernando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Port Richey,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6,900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Pasco-Hernando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1609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$9,535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449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Pasco-Hernando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$39,903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Pasco-Hernando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Pasco-Hernando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143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568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36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36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53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Pasco-Hernando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936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940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Pasco-Hernando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Pasco-Hernando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