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Tennessee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City,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$14,522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6422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$15,983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6244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$19,442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$44,859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067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17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22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1297" cy="164592"/>
          </a:xfrm>
          <a:prstGeom prst="roundRect">
            <a:avLst>
              <a:gd name="adj" fmla="val 2267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1707" cy="164592"/>
          </a:xfrm>
          <a:prstGeom prst="roundRect">
            <a:avLst>
              <a:gd name="adj" fmla="val 2777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738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698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390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65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