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Lewis-Clark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Lewis-Clark State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Lewiston, ID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2,385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Lewis-Clark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$22,028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$15,635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81675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33290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Lewis-Clark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$46,001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$42,133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Lewis-Clark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Lewis-Clark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9693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5660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978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70974" cy="164592"/>
          </a:xfrm>
          <a:prstGeom prst="roundRect">
            <a:avLst>
              <a:gd name="adj" fmla="val 51534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1194" cy="164592"/>
          </a:xfrm>
          <a:prstGeom prst="roundRect">
            <a:avLst>
              <a:gd name="adj" fmla="val 71446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Lewis-Clark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3246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562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77923" cy="164592"/>
          </a:xfrm>
          <a:prstGeom prst="roundRect">
            <a:avLst>
              <a:gd name="adj" fmla="val 46939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Lewis-Clark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Lewis-Clark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