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 County Community College District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McKinney,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26,449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$6,064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8312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$8,969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185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$48,701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$38,984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401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021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202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88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95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613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028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436" cy="164592"/>
          </a:xfrm>
          <a:prstGeom prst="roundRect">
            <a:avLst>
              <a:gd name="adj" fmla="val 6153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