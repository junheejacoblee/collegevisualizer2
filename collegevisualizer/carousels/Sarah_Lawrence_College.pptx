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Lawrence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Bronxville,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$66,862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$41,437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594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025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$53,603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80%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6337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6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728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37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44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not available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Sarah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