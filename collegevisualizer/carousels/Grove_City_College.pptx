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City,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653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4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7755" cy="164592"/>
          </a:xfrm>
          <a:prstGeom prst="roundRect">
            <a:avLst>
              <a:gd name="adj" fmla="val 37416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28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13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21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467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Grove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