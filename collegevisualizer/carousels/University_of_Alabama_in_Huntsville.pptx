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Alabama in Huntsville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Huntsville,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$26,408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2459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$20,705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1147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$61,767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$55,610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2638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752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900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15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21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643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954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899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17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