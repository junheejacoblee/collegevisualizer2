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157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736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$77,644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$62,537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56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78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74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4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83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99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6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Amherst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