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Colby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Colby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Waterville, ME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Colby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795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$19,157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923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Colby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$80,490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$60,052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Colby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Colby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670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73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34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70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15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Colby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49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57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Colby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Colby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