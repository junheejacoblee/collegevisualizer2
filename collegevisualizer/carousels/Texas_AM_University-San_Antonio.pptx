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A&amp;M University-San Antonio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$11,196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1061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$18,401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401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$54,338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$43,479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627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348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6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3533" cy="164592"/>
          </a:xfrm>
          <a:prstGeom prst="roundRect">
            <a:avLst>
              <a:gd name="adj" fmla="val 22366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7709" cy="164592"/>
          </a:xfrm>
          <a:prstGeom prst="roundRect">
            <a:avLst>
              <a:gd name="adj" fmla="val 3395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081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43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94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