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90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030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$61,420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878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2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29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1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14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6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9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3271" cy="164592"/>
          </a:xfrm>
          <a:prstGeom prst="roundRect">
            <a:avLst>
              <a:gd name="adj" fmla="val 3229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Simmons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Simmons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