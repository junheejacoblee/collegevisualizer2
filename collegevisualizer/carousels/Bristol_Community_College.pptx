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River,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6,083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428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$8,243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356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766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764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016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36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6112" cy="164592"/>
          </a:xfrm>
          <a:prstGeom prst="roundRect">
            <a:avLst>
              <a:gd name="adj" fmla="val 250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73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93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Bristol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