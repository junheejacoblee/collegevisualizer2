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Western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Roanoke,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3,898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$11,838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$4,966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6477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8757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$38,787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$33,847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6707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735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159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98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17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822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418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201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90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Virginia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