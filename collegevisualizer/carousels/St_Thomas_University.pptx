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Thomas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Gardens,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$34,770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$26,312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0313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$19,125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8284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$54,272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$44,435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58733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1249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775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322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649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78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8684" cy="164592"/>
          </a:xfrm>
          <a:prstGeom prst="roundRect">
            <a:avLst>
              <a:gd name="adj" fmla="val 2637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St.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