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Polytechnic Institute and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Blacksburg,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30,923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$37,764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$24,953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222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593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$81,698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$67,377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108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91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135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60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81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28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694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04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9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Virginia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