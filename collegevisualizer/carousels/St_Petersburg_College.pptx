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Petersburg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Petersburg,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18,950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$9,286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1846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$1,471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4607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$16,868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$42,557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$36,498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0070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291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592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676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399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633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399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