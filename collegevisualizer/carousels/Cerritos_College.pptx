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Cerritos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Cerritos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Norwalk,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18,870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Cerritos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013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$8,447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925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Cerritos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$32,581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Cerritos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Cerritos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841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81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2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9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3994" cy="164592"/>
          </a:xfrm>
          <a:prstGeom prst="roundRect">
            <a:avLst>
              <a:gd name="adj" fmla="val 2949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Cerritos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927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54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8365" cy="164592"/>
          </a:xfrm>
          <a:prstGeom prst="roundRect">
            <a:avLst>
              <a:gd name="adj" fmla="val 4139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092" cy="164592"/>
          </a:xfrm>
          <a:prstGeom prst="roundRect">
            <a:avLst>
              <a:gd name="adj" fmla="val 7450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Cerritos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Cerritos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