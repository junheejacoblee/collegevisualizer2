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Los Angeles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Monterey Park,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27,753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$10,572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86610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$10,852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83977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$42,006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$33,032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66965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194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377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015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8455" cy="164592"/>
          </a:xfrm>
          <a:prstGeom prst="roundRect">
            <a:avLst>
              <a:gd name="adj" fmla="val 53431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459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003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182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90940" cy="164592"/>
          </a:xfrm>
          <a:prstGeom prst="roundRect">
            <a:avLst>
              <a:gd name="adj" fmla="val 4022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