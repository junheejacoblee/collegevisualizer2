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Maine at Augusta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Augusta, ME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714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69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$22,734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17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75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7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9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716" cy="164592"/>
          </a:xfrm>
          <a:prstGeom prst="roundRect">
            <a:avLst>
              <a:gd name="adj" fmla="val 6809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59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2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7127" cy="164592"/>
          </a:xfrm>
          <a:prstGeom prst="roundRect">
            <a:avLst>
              <a:gd name="adj" fmla="val 2877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9342" cy="164592"/>
          </a:xfrm>
          <a:prstGeom prst="roundRect">
            <a:avLst>
              <a:gd name="adj" fmla="val 5274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