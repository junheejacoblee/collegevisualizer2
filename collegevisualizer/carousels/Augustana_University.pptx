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Sioux Falls, SD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$23,894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11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704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95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9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1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6043" cy="164592"/>
          </a:xfrm>
          <a:prstGeom prst="roundRect">
            <a:avLst>
              <a:gd name="adj" fmla="val 3151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690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1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4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61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Augustana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