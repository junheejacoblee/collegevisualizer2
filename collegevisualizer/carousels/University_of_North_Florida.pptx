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Florida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$20,793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79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$15,531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642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99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558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07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0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2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92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7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4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621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