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McLennan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McLennan Community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Waco, TX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5,668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McLennan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$5,910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22336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$5,051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1909036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$10,500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McLennan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$39,163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$32,591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+20%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McLennan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McLennan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70%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30%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4041295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400654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157090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29705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20719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McLennan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26.7%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24659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10.0%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53603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4.3%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26178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2.1%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McLennan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McLennan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2026-06-11T21:08:40Z</dcterms:created>
  <dcterms:modified xsi:type="dcterms:W3CDTF">2026-06-11T21:08:40Z</dcterms:modified>
</cp:coreProperties>
</file>