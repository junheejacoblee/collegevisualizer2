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the Incarnate Word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$37,090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368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889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$56,733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766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7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4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2291" cy="164592"/>
          </a:xfrm>
          <a:prstGeom prst="roundRect">
            <a:avLst>
              <a:gd name="adj" fmla="val 2253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0925" cy="164592"/>
          </a:xfrm>
          <a:prstGeom prst="roundRect">
            <a:avLst>
              <a:gd name="adj" fmla="val 2423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2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3158" cy="164592"/>
          </a:xfrm>
          <a:prstGeom prst="roundRect">
            <a:avLst>
              <a:gd name="adj" fmla="val 2554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3158" cy="164592"/>
          </a:xfrm>
          <a:prstGeom prst="roundRect">
            <a:avLst>
              <a:gd name="adj" fmla="val 2554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9298" cy="164592"/>
          </a:xfrm>
          <a:prstGeom prst="roundRect">
            <a:avLst>
              <a:gd name="adj" fmla="val 306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