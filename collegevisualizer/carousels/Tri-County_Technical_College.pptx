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Pendleton,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961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46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57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0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8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9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3784" cy="164592"/>
          </a:xfrm>
          <a:prstGeom prst="roundRect">
            <a:avLst>
              <a:gd name="adj" fmla="val 4365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5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8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Tri-County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Tri-County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