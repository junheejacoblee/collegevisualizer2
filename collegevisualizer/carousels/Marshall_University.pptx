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Marshall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Marshall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Huntington, WV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7,266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Marshall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$20,342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47213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28050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Marshall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$46,354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$39,561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Marshall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Marshall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4706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30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80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9008" cy="164592"/>
          </a:xfrm>
          <a:prstGeom prst="roundRect">
            <a:avLst>
              <a:gd name="adj" fmla="val 24546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7130" cy="164592"/>
          </a:xfrm>
          <a:prstGeom prst="roundRect">
            <a:avLst>
              <a:gd name="adj" fmla="val 5448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Marshall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019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476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098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754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Marshall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Marshall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