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New England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Biddeford, ME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2,135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$44,210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$38,107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42066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26655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$55,921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$48,957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94564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116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37986" cy="164592"/>
          </a:xfrm>
          <a:prstGeom prst="roundRect">
            <a:avLst>
              <a:gd name="adj" fmla="val 26507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19817" cy="164592"/>
          </a:xfrm>
          <a:prstGeom prst="roundRect">
            <a:avLst>
              <a:gd name="adj" fmla="val 30527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01157" cy="164592"/>
          </a:xfrm>
          <a:prstGeom prst="roundRect">
            <a:avLst>
              <a:gd name="adj" fmla="val 36158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596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6555" cy="164592"/>
          </a:xfrm>
          <a:prstGeom prst="roundRect">
            <a:avLst>
              <a:gd name="adj" fmla="val 42258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