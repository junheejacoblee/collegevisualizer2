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Mar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Christi,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$3,399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295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077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83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514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9694" cy="164592"/>
          </a:xfrm>
          <a:prstGeom prst="roundRect">
            <a:avLst>
              <a:gd name="adj" fmla="val 2820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7693" cy="164592"/>
          </a:xfrm>
          <a:prstGeom prst="roundRect">
            <a:avLst>
              <a:gd name="adj" fmla="val 3396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81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800" cy="164592"/>
          </a:xfrm>
          <a:prstGeom prst="roundRect">
            <a:avLst>
              <a:gd name="adj" fmla="val 5824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240" cy="164592"/>
          </a:xfrm>
          <a:prstGeom prst="roundRect">
            <a:avLst>
              <a:gd name="adj" fmla="val 7280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