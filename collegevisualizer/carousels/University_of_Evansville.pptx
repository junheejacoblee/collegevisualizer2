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Evansville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Evansville,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$44,172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6198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$24,606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106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$46,734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82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72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39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5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1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94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140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51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884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