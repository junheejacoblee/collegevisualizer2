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Christian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Houston, TX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2,886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$39,430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$20,629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6239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$22,642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788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$55,933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$44,595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2504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846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931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61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89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5368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62296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3138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5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