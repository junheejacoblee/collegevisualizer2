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Georgia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Georgia Southern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Statesboro, GA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21,790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Georgia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$17,734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02698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$15,267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60589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$23,250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Georgia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$53,236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$44,423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Georgia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Georgia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0967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7561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8409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669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35321" cy="164592"/>
          </a:xfrm>
          <a:prstGeom prst="roundRect">
            <a:avLst>
              <a:gd name="adj" fmla="val 27029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Georgia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1250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25740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12796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9800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Georgia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Georgia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