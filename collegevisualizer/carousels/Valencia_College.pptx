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Valencia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Valencia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Orlando, FL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39,486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Valencia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$9,576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15712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$12,037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$9,300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06613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Valencia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$40,594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$32,638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Valencia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Valencia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3257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9289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5436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843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825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Valencia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9234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579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Valencia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Valencia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