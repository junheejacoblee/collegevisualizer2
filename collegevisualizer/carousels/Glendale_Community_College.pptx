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Glendale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Glendale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Glendale,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11,975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Glendale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514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$11,650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$6,960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708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Glendale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$43,108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$37,269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Glendale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Glendale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288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30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757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02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17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Glendale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24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354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4647" cy="164592"/>
          </a:xfrm>
          <a:prstGeom prst="roundRect">
            <a:avLst>
              <a:gd name="adj" fmla="val 3864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8872" cy="164592"/>
          </a:xfrm>
          <a:prstGeom prst="roundRect">
            <a:avLst>
              <a:gd name="adj" fmla="val 4637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Glendale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Glendale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