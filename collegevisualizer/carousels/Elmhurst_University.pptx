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Elmhurst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Elmhurst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Elmhurst,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Elmhurst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$42,955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$24,185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3438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929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Elmhurst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$61,462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$52,803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Elmhurst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Elmhurst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873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766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718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681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995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Elmhurst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435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147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397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97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Elmhurst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Elmhurst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