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Brothers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Memphis,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178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888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67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31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72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72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2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865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90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90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78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