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Leeward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Leeward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City, HI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Leeward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941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27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Leeward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Leeward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Leeward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54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144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829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25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2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Leeward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543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484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Leeward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Leeward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