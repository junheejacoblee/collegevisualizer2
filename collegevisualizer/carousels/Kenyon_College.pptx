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Gambier,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$71,520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69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$18,527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280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$71,830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02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8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2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3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6703" cy="164592"/>
          </a:xfrm>
          <a:prstGeom prst="roundRect">
            <a:avLst>
              <a:gd name="adj" fmla="val 2334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99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