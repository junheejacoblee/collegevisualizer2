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319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573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36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00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64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1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2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69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2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404" cy="164592"/>
          </a:xfrm>
          <a:prstGeom prst="roundRect">
            <a:avLst>
              <a:gd name="adj" fmla="val 7115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Forsyth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Forsyth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