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Positas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Livermore,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56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85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680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13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3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8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93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5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7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64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