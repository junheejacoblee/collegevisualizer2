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Central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Peoria,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5,052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$12,150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2017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$12,961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2506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$37,366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$32,988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0070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163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10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220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1134" cy="164592"/>
          </a:xfrm>
          <a:prstGeom prst="roundRect">
            <a:avLst>
              <a:gd name="adj" fmla="val 3019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017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3031" cy="164592"/>
          </a:xfrm>
          <a:prstGeom prst="roundRect">
            <a:avLst>
              <a:gd name="adj" fmla="val 23901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7386" cy="164592"/>
          </a:xfrm>
          <a:prstGeom prst="roundRect">
            <a:avLst>
              <a:gd name="adj" fmla="val 63737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