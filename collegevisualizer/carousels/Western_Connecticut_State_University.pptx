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Connecticut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Danbury,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$16,901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776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931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$59,115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96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03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56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6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4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58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2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8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5301" cy="164592"/>
          </a:xfrm>
          <a:prstGeom prst="roundRect">
            <a:avLst>
              <a:gd name="adj" fmla="val 2703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