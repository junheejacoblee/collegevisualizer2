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Oklahoma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0780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766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$40,734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4214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277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660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72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0215" cy="164592"/>
          </a:xfrm>
          <a:prstGeom prst="roundRect">
            <a:avLst>
              <a:gd name="adj" fmla="val 5209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44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4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1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