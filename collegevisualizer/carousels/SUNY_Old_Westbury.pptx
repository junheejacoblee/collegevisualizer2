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Old Westbury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Westbury,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$18,842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762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$14,997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586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$58,526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$43,671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334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818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49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960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5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451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205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80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02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