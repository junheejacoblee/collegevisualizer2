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Jersey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Newark,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89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26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$84,276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$69,591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435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56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90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74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4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4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7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098" cy="164592"/>
          </a:xfrm>
          <a:prstGeom prst="roundRect">
            <a:avLst>
              <a:gd name="adj" fmla="val 7604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