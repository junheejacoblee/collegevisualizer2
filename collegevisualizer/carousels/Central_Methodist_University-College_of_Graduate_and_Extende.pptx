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Methodist University-College of Graduate and Extended Studies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Fayette, MO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2,092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$7,440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6757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$14,601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8872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$17,619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$48,991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$43,860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122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796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6042" cy="164592"/>
          </a:xfrm>
          <a:prstGeom prst="roundRect">
            <a:avLst>
              <a:gd name="adj" fmla="val 25045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7162" cy="164592"/>
          </a:xfrm>
          <a:prstGeom prst="roundRect">
            <a:avLst>
              <a:gd name="adj" fmla="val 2876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069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976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5346" cy="164592"/>
          </a:xfrm>
          <a:prstGeom prst="roundRect">
            <a:avLst>
              <a:gd name="adj" fmla="val 2516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