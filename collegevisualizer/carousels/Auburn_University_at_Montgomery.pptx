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University at Montgomery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$20,668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808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9917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95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658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40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73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99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75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384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65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113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Auburn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