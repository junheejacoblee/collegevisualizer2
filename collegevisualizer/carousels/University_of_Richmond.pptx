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Richmond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Richmond, VA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$65,230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$31,309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047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7760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$76,178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$67,927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57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145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47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66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90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01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04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6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55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