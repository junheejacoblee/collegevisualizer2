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Illinois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3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95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24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49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55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3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424" cy="164592"/>
          </a:xfrm>
          <a:prstGeom prst="roundRect">
            <a:avLst>
              <a:gd name="adj" fmla="val 229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97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4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6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4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