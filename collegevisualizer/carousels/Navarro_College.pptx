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Navarro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Navarro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Corsicana,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3,781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Navarro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7614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$14,820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4557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Navarro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$31,865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Navarro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Navarro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954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571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622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61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2274" cy="164592"/>
          </a:xfrm>
          <a:prstGeom prst="roundRect">
            <a:avLst>
              <a:gd name="adj" fmla="val 396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Navarro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697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9167" cy="164592"/>
          </a:xfrm>
          <a:prstGeom prst="roundRect">
            <a:avLst>
              <a:gd name="adj" fmla="val 2628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389" cy="164592"/>
          </a:xfrm>
          <a:prstGeom prst="roundRect">
            <a:avLst>
              <a:gd name="adj" fmla="val 7884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6389" cy="164592"/>
          </a:xfrm>
          <a:prstGeom prst="roundRect">
            <a:avLst>
              <a:gd name="adj" fmla="val 7884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Navarro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Navarro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