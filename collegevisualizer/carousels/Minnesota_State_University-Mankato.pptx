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State University-Mankato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Mankato,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11,703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616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986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11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5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12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8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5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40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6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0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Minnesota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