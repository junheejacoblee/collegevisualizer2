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Texas at Arlington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Arlington,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715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$17,527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512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$63,199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$60,902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011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710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89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92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70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9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6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5448" cy="164592"/>
          </a:xfrm>
          <a:prstGeom prst="roundRect">
            <a:avLst>
              <a:gd name="adj" fmla="val 2352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