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$61,293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413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406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$109,183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$91,198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667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9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50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1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3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9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9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0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58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