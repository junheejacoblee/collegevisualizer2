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College of Environmental Science and Forestry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$22,263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$18,952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7829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608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$55,763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$48,327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922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49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4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3475" cy="164592"/>
          </a:xfrm>
          <a:prstGeom prst="roundRect">
            <a:avLst>
              <a:gd name="adj" fmla="val 2237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7906" cy="164592"/>
          </a:xfrm>
          <a:prstGeom prst="roundRect">
            <a:avLst>
              <a:gd name="adj" fmla="val 247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54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