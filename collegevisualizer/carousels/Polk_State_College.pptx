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Polk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Polk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Haven,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$9,817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664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1288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$10,076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757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288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876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76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29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610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484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