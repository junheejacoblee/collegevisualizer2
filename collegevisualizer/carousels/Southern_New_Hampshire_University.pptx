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New Hampshire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Manchester, NH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163,164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$17,200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85948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$36,708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$21,082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791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$50,318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$41,945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638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578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659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02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34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577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718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701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736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