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 Brown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Siloam Springs, AR  ·  Private Nonprofit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1195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76%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1195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1,471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72%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$31,756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$20,397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548980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$21,250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655578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$53,907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$46,114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+17%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060704" y="1664208"/>
            <a:ext cx="585216" cy="347472"/>
          </a:xfrm>
          <a:prstGeom prst="roundRect">
            <a:avLst>
              <a:gd name="adj" fmla="val 15789"/>
            </a:avLst>
          </a:prstGeom>
          <a:solidFill>
            <a:srgbClr val="384A5E"/>
          </a:solidFill>
          <a:ln w="12700">
            <a:solidFill>
              <a:srgbClr val="F8CD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60704" y="1664208"/>
            <a:ext cx="585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55%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45%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208224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66%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844658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36019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116069" cy="164592"/>
          </a:xfrm>
          <a:prstGeom prst="roundRect">
            <a:avLst>
              <a:gd name="adj" fmla="val 31512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107238" cy="164592"/>
          </a:xfrm>
          <a:prstGeom prst="roundRect">
            <a:avLst>
              <a:gd name="adj" fmla="val 34107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23.1%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113828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7.9%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79248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Humanities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34580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302583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John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2026-06-11T21:08:34Z</dcterms:created>
  <dcterms:modified xsi:type="dcterms:W3CDTF">2026-06-11T21:08:34Z</dcterms:modified>
</cp:coreProperties>
</file>