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Rico-Aguadilla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Aguadilla,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429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09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$27,997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67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5701" cy="164592"/>
          </a:xfrm>
          <a:prstGeom prst="roundRect">
            <a:avLst>
              <a:gd name="adj" fmla="val 31613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495" cy="164592"/>
          </a:xfrm>
          <a:prstGeom prst="roundRect">
            <a:avLst>
              <a:gd name="adj" fmla="val 4086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