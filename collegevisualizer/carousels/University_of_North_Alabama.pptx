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Alabama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638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$22,077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252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05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2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8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2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8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071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7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4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4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