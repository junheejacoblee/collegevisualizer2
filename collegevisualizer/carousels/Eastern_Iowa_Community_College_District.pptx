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Iowa Community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Davenport, IA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278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$14,017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$12,739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0666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282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91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89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50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8533" cy="164592"/>
          </a:xfrm>
          <a:prstGeom prst="roundRect">
            <a:avLst>
              <a:gd name="adj" fmla="val 2640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497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97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