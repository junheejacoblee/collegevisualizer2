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Arkansas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Fayetteville, AR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28,677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$29,966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114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473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$58,191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$49,686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447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642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20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20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49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072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800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38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33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