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Cuyahoga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Cuyahoga Community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Cuyahoga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297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772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$8,150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Cuyahoga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$30,927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Cuyahoga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Cuyahoga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76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857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15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20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42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Cuyahoga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33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66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Cuyahoga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Cuyahoga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