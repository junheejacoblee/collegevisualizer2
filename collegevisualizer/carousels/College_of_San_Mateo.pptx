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San Mateo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Mateo,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743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475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$14,695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$43,803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54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825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23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31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53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52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67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97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6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