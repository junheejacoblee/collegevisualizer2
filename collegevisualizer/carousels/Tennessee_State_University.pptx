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2947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$15,796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217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$42,730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$34,160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943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3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8874" cy="164592"/>
          </a:xfrm>
          <a:prstGeom prst="roundRect">
            <a:avLst>
              <a:gd name="adj" fmla="val 24568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1790" cy="164592"/>
          </a:xfrm>
          <a:prstGeom prst="roundRect">
            <a:avLst>
              <a:gd name="adj" fmla="val 2775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3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04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44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13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Tennessee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Tennessee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