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University of Tennessee-Martin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Martin, TN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4,866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$16,600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13342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$10,701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1992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$21,024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$44,213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$38,863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7403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201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557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945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814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693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840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4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