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Brightpoint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Brightpoint Community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Chester, VA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5,792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Brightpoint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$11,520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$5,490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891236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$9,500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272631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Brightpoint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$41,223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$35,568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+16%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Brightpoint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Brightpoint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59%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41%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396056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229028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44095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47820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30851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Brightpoint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20.3%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34448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8.2%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19691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7.3%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40990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2.5%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Brightpoint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Brightpoint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2026-06-11T21:08:40Z</dcterms:created>
  <dcterms:modified xsi:type="dcterms:W3CDTF">2026-06-11T21:08:40Z</dcterms:modified>
</cp:coreProperties>
</file>