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Illinois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Macomb,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989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332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$54,163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76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390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56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40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2572" cy="164592"/>
          </a:xfrm>
          <a:prstGeom prst="roundRect">
            <a:avLst>
              <a:gd name="adj" fmla="val 3951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057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83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71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9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