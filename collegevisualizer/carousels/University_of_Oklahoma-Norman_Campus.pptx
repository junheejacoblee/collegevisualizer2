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Oklahoma-Norman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Norman,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22,734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$27,377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178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$20,654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939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$63,126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21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04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08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40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4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68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2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99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9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