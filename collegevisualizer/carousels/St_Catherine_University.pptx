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Catherine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$51,454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243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$24,181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650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$59,282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$52,795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5532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20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74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8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01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405" cy="164592"/>
          </a:xfrm>
          <a:prstGeom prst="roundRect">
            <a:avLst>
              <a:gd name="adj" fmla="val 47253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818" cy="164592"/>
          </a:xfrm>
          <a:prstGeom prst="roundRect">
            <a:avLst>
              <a:gd name="adj" fmla="val 6014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