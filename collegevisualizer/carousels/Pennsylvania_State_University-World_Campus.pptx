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State University-World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Park,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4376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033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$55,620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66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83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63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23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0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969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1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69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27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Pennsylvania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Pennsylvania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