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Southern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Joplin,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350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51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44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7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4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77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4279" cy="164592"/>
          </a:xfrm>
          <a:prstGeom prst="roundRect">
            <a:avLst>
              <a:gd name="adj" fmla="val 4339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06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46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8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6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Missouri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