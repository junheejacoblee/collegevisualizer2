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Concordia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Concordia University-Saint Paul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Paul, MN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3,018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Concordia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$25,600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$18,462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86196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$17,832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76430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Concordia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$59,871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$50,646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Concordia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Concordia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91085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97369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09972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06073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8440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Concordia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30276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9391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Concordia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Concordia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