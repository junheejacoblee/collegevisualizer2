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Winterville,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906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310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$11,977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$29,104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28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88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63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11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8219" cy="164592"/>
          </a:xfrm>
          <a:prstGeom prst="roundRect">
            <a:avLst>
              <a:gd name="adj" fmla="val 4146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24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748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