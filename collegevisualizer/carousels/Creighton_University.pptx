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Creighton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Creighton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Omaha, NE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1321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1321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4,348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Creighton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$48,856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$31,568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564219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$25,000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030711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Creighton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$73,911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$63,090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+17%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Creighton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Creighton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58%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42%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358374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62300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48103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38878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6653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Creighton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31.8%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47014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23.6%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59660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5.7%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19886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1.9%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16746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1.6%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Creighton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Creighton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2026-06-11T21:08:35Z</dcterms:created>
  <dcterms:modified xsi:type="dcterms:W3CDTF">2026-06-11T21:08:35Z</dcterms:modified>
</cp:coreProperties>
</file>