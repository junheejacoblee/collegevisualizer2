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Lynchburg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Lynchburg,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010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156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09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50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44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7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6848" cy="164592"/>
          </a:xfrm>
          <a:prstGeom prst="roundRect">
            <a:avLst>
              <a:gd name="adj" fmla="val 3776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862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913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1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4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