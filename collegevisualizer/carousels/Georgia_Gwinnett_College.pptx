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Gwinnett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Lawrenceville,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11,344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$13,844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3659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$15,844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3194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$20,076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$47,730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$36,756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325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522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740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596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878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800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280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342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506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Georgia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