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Alabama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392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094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$24,929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0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48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5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4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654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0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2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