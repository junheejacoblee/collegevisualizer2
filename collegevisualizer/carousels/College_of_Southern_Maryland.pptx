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Southern Maryland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$9,204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3443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564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$44,435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$37,269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421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65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037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802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9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408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56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74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