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Brooklyn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995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42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$60,752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48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85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85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55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2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35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5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1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4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