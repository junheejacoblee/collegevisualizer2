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Louis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$12,705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528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400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$43,562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3369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43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71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2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9426" cy="164592"/>
          </a:xfrm>
          <a:prstGeom prst="roundRect">
            <a:avLst>
              <a:gd name="adj" fmla="val 2447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566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28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57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