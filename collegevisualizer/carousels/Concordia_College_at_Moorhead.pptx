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College at Moorhead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Moorhead, MN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$31,170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$24,902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7046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41810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$59,317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$48,225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806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4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53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62788" cy="164592"/>
          </a:xfrm>
          <a:prstGeom prst="roundRect">
            <a:avLst>
              <a:gd name="adj" fmla="val 2246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23609" cy="164592"/>
          </a:xfrm>
          <a:prstGeom prst="roundRect">
            <a:avLst>
              <a:gd name="adj" fmla="val 2959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51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4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74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4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Concordia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Concordia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