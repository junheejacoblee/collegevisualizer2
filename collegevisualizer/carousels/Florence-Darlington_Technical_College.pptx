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Florence-Darlington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Florence-Darlington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Florence, SC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3,055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Florence-Darlington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$6,772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19384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$2,004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64921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Florence-Darlington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$32,748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$27,042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Florence-Darlington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Florence-Darlington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7897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2474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947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9737" cy="164592"/>
          </a:xfrm>
          <a:prstGeom prst="roundRect">
            <a:avLst>
              <a:gd name="adj" fmla="val 45871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7914" cy="164592"/>
          </a:xfrm>
          <a:prstGeom prst="roundRect">
            <a:avLst>
              <a:gd name="adj" fmla="val 6315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Florence-Darlington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509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364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Florence-Darlington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Florence-Darlington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