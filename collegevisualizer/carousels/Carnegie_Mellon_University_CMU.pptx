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CMU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Carnegie Mellon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Pittsburgh,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CMU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$66,246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$31,944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136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029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CMU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$114,862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$105,360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CMU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CMU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487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986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012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43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14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CMU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81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920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5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1733" cy="164592"/>
          </a:xfrm>
          <a:prstGeom prst="roundRect">
            <a:avLst>
              <a:gd name="adj" fmla="val 5098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CMU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CMU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