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Hawaii at Hilo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Hilo, HI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$20,798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622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116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$37,204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62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3557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787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573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63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4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87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87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219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