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Kenosha,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05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627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3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65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4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5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3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1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7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8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Carthage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Carthage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