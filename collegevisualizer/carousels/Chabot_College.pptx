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Chabot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Chabot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Hayward,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Chabot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284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817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Chabot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$48,143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Chabot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Chabot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551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547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670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31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579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Chabot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66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6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04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8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Chabot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Chabot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