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American University of Puerto Rico-San German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German,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074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873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$25,416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74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105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16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92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