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Methodist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06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543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$78,354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$65,556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82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1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2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43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6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9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3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0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4714" cy="164592"/>
          </a:xfrm>
          <a:prstGeom prst="roundRect">
            <a:avLst>
              <a:gd name="adj" fmla="val 2527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