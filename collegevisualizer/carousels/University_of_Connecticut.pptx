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Connecticut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Storrs, CT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19,835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$43,712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$25,097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7849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95192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$73,997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$63,322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9604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673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288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213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910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449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9877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9090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2841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