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Anderson, SC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3,183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718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299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09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09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7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0569" cy="164592"/>
          </a:xfrm>
          <a:prstGeom prst="roundRect">
            <a:avLst>
              <a:gd name="adj" fmla="val 3308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2528" cy="164592"/>
          </a:xfrm>
          <a:prstGeom prst="roundRect">
            <a:avLst>
              <a:gd name="adj" fmla="val 3567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02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0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67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4030" cy="164592"/>
          </a:xfrm>
          <a:prstGeom prst="roundRect">
            <a:avLst>
              <a:gd name="adj" fmla="val 2728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Anderson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