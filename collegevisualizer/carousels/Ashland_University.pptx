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Ashland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Ashland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Ashland, OH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2,199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Ashland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$31,210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$21,988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9587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17886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Ashland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$52,928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$47,722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Ashland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Ashland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8966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122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14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873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3892" cy="164592"/>
          </a:xfrm>
          <a:prstGeom prst="roundRect">
            <a:avLst>
              <a:gd name="adj" fmla="val 5724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Ashland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163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243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901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Ashland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Ashland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