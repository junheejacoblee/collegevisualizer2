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State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702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909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5948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27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9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6626" cy="164592"/>
          </a:xfrm>
          <a:prstGeom prst="roundRect">
            <a:avLst>
              <a:gd name="adj" fmla="val 3430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26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2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398" cy="164592"/>
          </a:xfrm>
          <a:prstGeom prst="roundRect">
            <a:avLst>
              <a:gd name="adj" fmla="val 5769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