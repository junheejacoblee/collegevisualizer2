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Puget Sound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Olympia,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$5,813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971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945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67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529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812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386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92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62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307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