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 Hall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Orange,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$53,170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70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980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$70,196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$60,291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86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08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557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268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3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967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16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6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1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