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Louis,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64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792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$60,716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14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5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64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5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70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84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1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1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45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