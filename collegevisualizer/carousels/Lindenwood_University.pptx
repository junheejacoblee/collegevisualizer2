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Lindenwood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Lindenwood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Charles, MO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4,624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Lindenwood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$21,600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9690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$19,638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974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Lindenwood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$53,278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$45,711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Lindenwood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Lindenwood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969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854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73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26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6970" cy="164592"/>
          </a:xfrm>
          <a:prstGeom prst="roundRect">
            <a:avLst>
              <a:gd name="adj" fmla="val 3419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Lindenwood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382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375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46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30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Lindenwood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Lindenwood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