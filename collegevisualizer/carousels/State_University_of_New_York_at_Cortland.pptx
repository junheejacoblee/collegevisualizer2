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University of New York at Cortland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Cortland,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360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184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$60,236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44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574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0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4760" cy="164592"/>
          </a:xfrm>
          <a:prstGeom prst="roundRect">
            <a:avLst>
              <a:gd name="adj" fmla="val 2714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106" cy="164592"/>
          </a:xfrm>
          <a:prstGeom prst="roundRect">
            <a:avLst>
              <a:gd name="adj" fmla="val 5985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38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85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5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