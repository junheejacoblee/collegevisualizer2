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at Albany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96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758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$67,979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92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43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32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63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32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84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8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