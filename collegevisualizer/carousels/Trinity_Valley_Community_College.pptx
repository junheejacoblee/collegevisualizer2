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723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575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$10,426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02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55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0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3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783" cy="164592"/>
          </a:xfrm>
          <a:prstGeom prst="roundRect">
            <a:avLst>
              <a:gd name="adj" fmla="val 4642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44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13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