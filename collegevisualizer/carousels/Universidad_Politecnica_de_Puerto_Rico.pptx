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Universidad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Universidad Politecnica de Puerto Rico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Hato Rey, PR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3,594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Universidad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$9,870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1735909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$17,540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084888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$22,564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Universidad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$47,540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$37,753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+26%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Universidad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Universidad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29%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71%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1678897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36518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Universidad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73.7%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30258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6.7%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20322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4.5%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Universidad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Universidad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2026-06-11T21:08:38Z</dcterms:created>
  <dcterms:modified xsi:type="dcterms:W3CDTF">2026-06-11T21:08:38Z</dcterms:modified>
</cp:coreProperties>
</file>