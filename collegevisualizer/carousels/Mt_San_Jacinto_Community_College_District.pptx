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San Jacinto Community College District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Jacinto,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15,259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$12,728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$6,806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2206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$38,319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$31,078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4185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316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765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492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962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553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663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067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735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