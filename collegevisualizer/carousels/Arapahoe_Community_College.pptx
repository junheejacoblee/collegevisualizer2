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Littleton,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957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686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91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77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68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9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9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446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2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Arapahoe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