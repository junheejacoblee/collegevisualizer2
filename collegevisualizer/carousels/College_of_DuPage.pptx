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of DuPage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Glen Ellyn, IL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16,114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$12,750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$7,401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30359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$10,410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24016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$46,909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$38,925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8764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88060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01820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8680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8282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27495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08314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67697" cy="164592"/>
          </a:xfrm>
          <a:prstGeom prst="roundRect">
            <a:avLst>
              <a:gd name="adj" fmla="val 54029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56414" cy="164592"/>
          </a:xfrm>
          <a:prstGeom prst="roundRect">
            <a:avLst>
              <a:gd name="adj" fmla="val 64835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College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