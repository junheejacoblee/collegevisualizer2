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University-Dominguez Hills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Carson,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052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$13,807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329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56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389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49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2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7129" cy="164592"/>
          </a:xfrm>
          <a:prstGeom prst="roundRect">
            <a:avLst>
              <a:gd name="adj" fmla="val 2667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631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20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68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32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