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Louisiana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Louisiana State University and Agricultural &amp; Mechanical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Baton Rouge, LA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1285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30,594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Louisiana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$28,631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$19,151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654489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84147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Louisiana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$61,251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$49,218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Louisiana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Louisiana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8300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49192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77233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3450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8176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Louisiana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48942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17026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4074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2797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Louisiana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Louisiana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