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Union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Wadley,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144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158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14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209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6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23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5933" cy="164592"/>
          </a:xfrm>
          <a:prstGeom prst="roundRect">
            <a:avLst>
              <a:gd name="adj" fmla="val 4256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10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28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