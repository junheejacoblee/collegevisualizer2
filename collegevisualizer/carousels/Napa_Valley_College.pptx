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Napa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Napa Valley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Napa, CA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3,813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Napa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$11,908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227045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$14,644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$10,147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749818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Napa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$49,517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$40,426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+22%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Napa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Napa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59%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41%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413448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96979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07250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45502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42866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Napa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10.7%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58185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8.3%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24426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4.0%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31106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21774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Napa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Napa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2026-06-11T21:08:39Z</dcterms:created>
  <dcterms:modified xsi:type="dcterms:W3CDTF">2026-06-11T21:08:39Z</dcterms:modified>
</cp:coreProperties>
</file>