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State Polytechnic University-Humboldt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Arcata,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$20,850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$13,171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0690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2604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$47,626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$37,382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519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022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021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51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52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834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545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223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805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