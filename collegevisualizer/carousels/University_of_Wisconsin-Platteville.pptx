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Wisconsin-Platteville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Platteville, WI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5,837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$17,603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1786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$16,032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89497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$21,977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$61,760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$54,825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37%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63%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152536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2997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91425" cy="164592"/>
          </a:xfrm>
          <a:prstGeom prst="roundRect">
            <a:avLst>
              <a:gd name="adj" fmla="val 40007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68805" cy="164592"/>
          </a:xfrm>
          <a:prstGeom prst="roundRect">
            <a:avLst>
              <a:gd name="adj" fmla="val 53159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54196" cy="164592"/>
          </a:xfrm>
          <a:prstGeom prst="roundRect">
            <a:avLst>
              <a:gd name="adj" fmla="val 6748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8323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015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39167" cy="164592"/>
          </a:xfrm>
          <a:prstGeom prst="roundRect">
            <a:avLst>
              <a:gd name="adj" fmla="val 2628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04375" cy="164592"/>
          </a:xfrm>
          <a:prstGeom prst="roundRect">
            <a:avLst>
              <a:gd name="adj" fmla="val 3504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