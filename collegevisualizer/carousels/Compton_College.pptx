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Compton,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3,142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$8,822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6825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$12,647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$34,181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$28,922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1809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224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131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64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1742" cy="164592"/>
          </a:xfrm>
          <a:prstGeom prst="roundRect">
            <a:avLst>
              <a:gd name="adj" fmla="val 2261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315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484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0526" cy="164592"/>
          </a:xfrm>
          <a:prstGeom prst="roundRect">
            <a:avLst>
              <a:gd name="adj" fmla="val 280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5263" cy="164592"/>
          </a:xfrm>
          <a:prstGeom prst="roundRect">
            <a:avLst>
              <a:gd name="adj" fmla="val 56044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