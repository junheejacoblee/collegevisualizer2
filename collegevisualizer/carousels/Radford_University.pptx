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6,038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$25,633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569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156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78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62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4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6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203" cy="164592"/>
          </a:xfrm>
          <a:prstGeom prst="roundRect">
            <a:avLst>
              <a:gd name="adj" fmla="val 3411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5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6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21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4427" cy="164592"/>
          </a:xfrm>
          <a:prstGeom prst="roundRect">
            <a:avLst>
              <a:gd name="adj" fmla="val 2939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