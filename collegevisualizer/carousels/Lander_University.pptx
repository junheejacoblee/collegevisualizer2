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Lander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Lander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Greenwood, SC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3,397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Lander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$21,300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38115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$15,363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3872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Lander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$42,396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$36,851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Lander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Lander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91839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5199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422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34205" cy="164592"/>
          </a:xfrm>
          <a:prstGeom prst="roundRect">
            <a:avLst>
              <a:gd name="adj" fmla="val 27254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Lander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659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952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869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836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Lander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Lander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