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$7,492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356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032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$33,523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79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729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85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9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8588" cy="164592"/>
          </a:xfrm>
          <a:prstGeom prst="roundRect">
            <a:avLst>
              <a:gd name="adj" fmla="val 3084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103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117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Augusta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