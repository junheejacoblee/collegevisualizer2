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Texas at Tyler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391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$17,137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676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$57,053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78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26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676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13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4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0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1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8872" cy="164592"/>
          </a:xfrm>
          <a:prstGeom prst="roundRect">
            <a:avLst>
              <a:gd name="adj" fmla="val 3076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