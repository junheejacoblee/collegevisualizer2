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 Military Academy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Point,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4,408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22%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78%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2875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676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618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867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1215" cy="164592"/>
          </a:xfrm>
          <a:prstGeom prst="roundRect">
            <a:avLst>
              <a:gd name="adj" fmla="val 5136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936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043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524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0487" cy="164592"/>
          </a:xfrm>
          <a:prstGeom prst="roundRect">
            <a:avLst>
              <a:gd name="adj" fmla="val 3310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United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