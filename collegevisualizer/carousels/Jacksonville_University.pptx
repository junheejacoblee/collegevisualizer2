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Jacksonville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Jacksonville University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Jacksonville, FL  ·  Private Nonprofit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57%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1205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51%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57%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Moderately Selective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1205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2,930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51%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Jacksonville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$47,830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$25,180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2089206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$22,000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1825359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Jacksonville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$68,010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$61,991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+10%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Jacksonville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Jacksonville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56%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44%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3237210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51%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1271192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1095019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391944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179405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Jacksonville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42.3%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86554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11.0%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Science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361955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4.6%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125898" cy="164592"/>
          </a:xfrm>
          <a:prstGeom prst="roundRect">
            <a:avLst>
              <a:gd name="adj" fmla="val 29052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1.6%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4325112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12064" y="44531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450592" y="4517136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9" name="Shape 27"/>
          <p:cNvSpPr/>
          <p:nvPr/>
        </p:nvSpPr>
        <p:spPr>
          <a:xfrm>
            <a:off x="2450592" y="4517136"/>
            <a:ext cx="102292" cy="164592"/>
          </a:xfrm>
          <a:prstGeom prst="roundRect">
            <a:avLst>
              <a:gd name="adj" fmla="val 35756"/>
            </a:avLst>
          </a:prstGeom>
          <a:solidFill>
            <a:srgbClr val="9EC1CC"/>
          </a:solidFill>
          <a:ln/>
        </p:spPr>
      </p:sp>
      <p:sp>
        <p:nvSpPr>
          <p:cNvPr id="30" name="Text 28"/>
          <p:cNvSpPr/>
          <p:nvPr/>
        </p:nvSpPr>
        <p:spPr>
          <a:xfrm>
            <a:off x="5870448" y="44531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1.3%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Jacksonville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Jacksonville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2026-06-11T21:08:37Z</dcterms:created>
  <dcterms:modified xsi:type="dcterms:W3CDTF">2026-06-11T21:08:37Z</dcterms:modified>
</cp:coreProperties>
</file>