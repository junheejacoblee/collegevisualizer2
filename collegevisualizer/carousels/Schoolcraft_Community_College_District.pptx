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Schoolcraft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Schoolcraft Community College District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Livonia,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7,511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Schoolcraft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$8,142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7728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$2,260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85417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Schoolcraft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$42,722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$34,749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Schoolcraft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Schoolcraft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0301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449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455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14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069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Schoolcraft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622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881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380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Schoolcraft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Schoolcraft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