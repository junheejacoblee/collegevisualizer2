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State University-Fullerton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Fullerton,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38,546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$20,070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$6,555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29613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1882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$62,951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$48,558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3894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357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772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799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46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419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077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684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95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