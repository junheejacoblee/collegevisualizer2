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Maryland-College Park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Park,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30,760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$15,678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5106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307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$82,860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$67,785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86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76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934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963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7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682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562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082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641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