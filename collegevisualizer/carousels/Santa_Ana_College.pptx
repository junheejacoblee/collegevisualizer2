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Ana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Ana,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59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$6,871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351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0152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04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6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1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9336" cy="164592"/>
          </a:xfrm>
          <a:prstGeom prst="roundRect">
            <a:avLst>
              <a:gd name="adj" fmla="val 282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885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7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8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6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