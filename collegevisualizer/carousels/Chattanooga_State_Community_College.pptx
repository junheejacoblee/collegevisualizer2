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807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$10,419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286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70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43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238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8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4515" cy="164592"/>
          </a:xfrm>
          <a:prstGeom prst="roundRect">
            <a:avLst>
              <a:gd name="adj" fmla="val 3499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124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9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4212" cy="164592"/>
          </a:xfrm>
          <a:prstGeom prst="roundRect">
            <a:avLst>
              <a:gd name="adj" fmla="val 2371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Chattanooga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Chattanooga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