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California-San Diego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Jolla,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34,948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$12,470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9711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2071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$84,943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$65,669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792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770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589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741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53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971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946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772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042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