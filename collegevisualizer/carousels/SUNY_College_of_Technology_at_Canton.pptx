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College of Technology at Canton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Canton, NY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2,741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$13,572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69302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$15,268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02955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$47,860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$42,079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8069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556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530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255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62462" cy="164592"/>
          </a:xfrm>
          <a:prstGeom prst="roundRect">
            <a:avLst>
              <a:gd name="adj" fmla="val 22514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9506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5790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644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23848" cy="164592"/>
          </a:xfrm>
          <a:prstGeom prst="roundRect">
            <a:avLst>
              <a:gd name="adj" fmla="val 29533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