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Occidental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Occidental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Occidental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$66,274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$38,263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9119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7724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Occidental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$75,951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$52,209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Occidental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Occidental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006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050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648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921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023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Occidental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447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377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Occidental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Occidental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