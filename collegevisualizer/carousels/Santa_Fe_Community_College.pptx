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Fe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Fe,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$4,131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2385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181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$13,236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$32,097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95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0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960" cy="164592"/>
          </a:xfrm>
          <a:prstGeom prst="roundRect">
            <a:avLst>
              <a:gd name="adj" fmla="val 2286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3571" cy="164592"/>
          </a:xfrm>
          <a:prstGeom prst="roundRect">
            <a:avLst>
              <a:gd name="adj" fmla="val 2959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4763" cy="164592"/>
          </a:xfrm>
          <a:prstGeom prst="roundRect">
            <a:avLst>
              <a:gd name="adj" fmla="val 3859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08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754" cy="164592"/>
          </a:xfrm>
          <a:prstGeom prst="roundRect">
            <a:avLst>
              <a:gd name="adj" fmla="val 5398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