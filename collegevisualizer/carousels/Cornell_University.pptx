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$69,314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426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015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$104,043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$87,830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30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82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61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56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95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77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544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317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0162" cy="164592"/>
          </a:xfrm>
          <a:prstGeom prst="roundRect">
            <a:avLst>
              <a:gd name="adj" fmla="val 281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Cornell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