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St Francis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Joliet,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543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950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$63,926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$56,648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8737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64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485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86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2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171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9858" cy="164592"/>
          </a:xfrm>
          <a:prstGeom prst="roundRect">
            <a:avLst>
              <a:gd name="adj" fmla="val 24407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6760" cy="164592"/>
          </a:xfrm>
          <a:prstGeom prst="roundRect">
            <a:avLst>
              <a:gd name="adj" fmla="val 4215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323" cy="164592"/>
          </a:xfrm>
          <a:prstGeom prst="roundRect">
            <a:avLst>
              <a:gd name="adj" fmla="val 7729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