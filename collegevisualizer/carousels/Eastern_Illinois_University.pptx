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Eastern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Eastern Illinois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Charleston, IL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Moderately Selective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1000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4,188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Eastern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$16,217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2993353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$12,786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360055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$21,500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Eastern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$51,989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$42,694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+22%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Eastern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Eastern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60%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40%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488233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57%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132771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73930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21731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06853" cy="164592"/>
          </a:xfrm>
          <a:prstGeom prst="roundRect">
            <a:avLst>
              <a:gd name="adj" fmla="val 34230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Eastern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12.6%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13969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8.1%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00380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3.8%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66040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2.5%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58115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2.2%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Eastern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Eastern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2026-06-11T21:08:38Z</dcterms:created>
  <dcterms:modified xsi:type="dcterms:W3CDTF">2026-06-11T21:08:38Z</dcterms:modified>
</cp:coreProperties>
</file>