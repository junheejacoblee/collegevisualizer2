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Hamline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Hamline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1,776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Hamline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$20,744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463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$23,770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864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Hamline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$61,106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Hamline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Hamline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79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32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1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25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35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Hamline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71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323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5784" cy="164592"/>
          </a:xfrm>
          <a:prstGeom prst="roundRect">
            <a:avLst>
              <a:gd name="adj" fmla="val 4263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Hamline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Hamline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