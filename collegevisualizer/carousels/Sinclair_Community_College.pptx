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Sinclair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Sinclair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Dayton, OH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13,308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Sinclair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295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$5,992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8160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Sinclair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$37,558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$33,821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Sinclair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Sinclair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77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425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878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78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1342" cy="164592"/>
          </a:xfrm>
          <a:prstGeom prst="roundRect">
            <a:avLst>
              <a:gd name="adj" fmla="val 2784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Sinclair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947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72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3331" cy="164592"/>
          </a:xfrm>
          <a:prstGeom prst="roundRect">
            <a:avLst>
              <a:gd name="adj" fmla="val 5775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Sinclair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Sinclair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