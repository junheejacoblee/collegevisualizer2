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Chestnut Hill,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08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664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$85,717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85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8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6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6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2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6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0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61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3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