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$19,938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424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319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$22,985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$54,537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22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00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8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6612" cy="164592"/>
          </a:xfrm>
          <a:prstGeom prst="roundRect">
            <a:avLst>
              <a:gd name="adj" fmla="val 2677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406" cy="164592"/>
          </a:xfrm>
          <a:prstGeom prst="roundRect">
            <a:avLst>
              <a:gd name="adj" fmla="val 7715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774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32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088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26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Bowie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