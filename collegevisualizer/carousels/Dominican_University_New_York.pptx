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University New York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Orangeburg,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463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$41,832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716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$61,171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$50,865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64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117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38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5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6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04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16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4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20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Dominican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