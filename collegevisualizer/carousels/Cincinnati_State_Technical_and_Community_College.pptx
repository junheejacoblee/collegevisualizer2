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State Technical 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087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398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04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89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7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8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1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Cincinnati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