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Tufts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Tufts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Medford, MA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1513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1513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7,061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Tufts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$70,704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$39,998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245020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$16,250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912085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Tufts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$83,214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$68,337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+22%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Tufts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585216" cy="347472"/>
          </a:xfrm>
          <a:prstGeom prst="roundRect">
            <a:avLst>
              <a:gd name="adj" fmla="val 15789"/>
            </a:avLst>
          </a:prstGeom>
          <a:solidFill>
            <a:srgbClr val="384A5E"/>
          </a:solidFill>
          <a:ln w="12700">
            <a:solidFill>
              <a:srgbClr val="F8CDC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664208"/>
            <a:ext cx="585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060704" y="1664208"/>
            <a:ext cx="804672" cy="347472"/>
          </a:xfrm>
          <a:prstGeom prst="roundRect">
            <a:avLst>
              <a:gd name="adj" fmla="val 15789"/>
            </a:avLst>
          </a:prstGeom>
          <a:solidFill>
            <a:srgbClr val="384A5E"/>
          </a:solidFill>
          <a:ln w="12700">
            <a:solidFill>
              <a:srgbClr val="F8CDC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0704" y="1664208"/>
            <a:ext cx="804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EDII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993392" y="1664208"/>
            <a:ext cx="585216" cy="347472"/>
          </a:xfrm>
          <a:prstGeom prst="roundRect">
            <a:avLst>
              <a:gd name="adj" fmla="val 15789"/>
            </a:avLst>
          </a:prstGeom>
          <a:solidFill>
            <a:srgbClr val="384A5E"/>
          </a:solidFill>
          <a:ln w="12700">
            <a:solidFill>
              <a:srgbClr val="F8CDC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93392" y="1664208"/>
            <a:ext cx="585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Tufts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57%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43%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277791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72062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03299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79594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61918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Tufts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20.6%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13277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13.2%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74499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10.8%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56550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33930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Tufts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Tufts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2026-06-11T21:08:35Z</dcterms:created>
  <dcterms:modified xsi:type="dcterms:W3CDTF">2026-06-11T21:08:35Z</dcterms:modified>
</cp:coreProperties>
</file>