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Bellevue, NE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10,220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$9,903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96500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$17,550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8235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$61,289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$57,732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864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150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035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02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940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988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926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410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Bellevue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