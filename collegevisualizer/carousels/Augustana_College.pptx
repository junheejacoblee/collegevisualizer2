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Island,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$51,598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86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766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$62,971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$49,849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801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905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58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97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0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948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488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7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7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Augustana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