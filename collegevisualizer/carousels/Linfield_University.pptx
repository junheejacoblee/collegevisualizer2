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Linfield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Linfield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McMinnville, OR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Linfield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$50,850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09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510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Linfield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$78,638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$70,643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Linfield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Linfield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34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77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1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7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8066" cy="164592"/>
          </a:xfrm>
          <a:prstGeom prst="roundRect">
            <a:avLst>
              <a:gd name="adj" fmla="val 2649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Linfield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673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0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1035" cy="164592"/>
          </a:xfrm>
          <a:prstGeom prst="roundRect">
            <a:avLst>
              <a:gd name="adj" fmla="val 2593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4621" cy="164592"/>
          </a:xfrm>
          <a:prstGeom prst="roundRect">
            <a:avLst>
              <a:gd name="adj" fmla="val 4322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Linfield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Linfield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