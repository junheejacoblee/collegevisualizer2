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University-Irvine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61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30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$65,083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77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6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02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84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1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379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30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6687" cy="164592"/>
          </a:xfrm>
          <a:prstGeom prst="roundRect">
            <a:avLst>
              <a:gd name="adj" fmla="val 2887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068" cy="164592"/>
          </a:xfrm>
          <a:prstGeom prst="roundRect">
            <a:avLst>
              <a:gd name="adj" fmla="val 7939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