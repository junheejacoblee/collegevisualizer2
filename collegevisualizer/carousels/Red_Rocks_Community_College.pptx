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Rocks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Lakewood,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57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593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832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16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0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8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3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8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3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4714" cy="164592"/>
          </a:xfrm>
          <a:prstGeom prst="roundRect">
            <a:avLst>
              <a:gd name="adj" fmla="val 2527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623" cy="164592"/>
          </a:xfrm>
          <a:prstGeom prst="roundRect">
            <a:avLst>
              <a:gd name="adj" fmla="val 6950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