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of Saint Mary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Omaha, NE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$24,510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$16,590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614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2639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$54,338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$59,339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+-8%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100%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44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001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903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3558" cy="164592"/>
          </a:xfrm>
          <a:prstGeom prst="roundRect">
            <a:avLst>
              <a:gd name="adj" fmla="val 23819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96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3255" cy="164592"/>
          </a:xfrm>
          <a:prstGeom prst="roundRect">
            <a:avLst>
              <a:gd name="adj" fmla="val 6868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