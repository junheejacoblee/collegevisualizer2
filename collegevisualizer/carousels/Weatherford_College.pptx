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421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$9,948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352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$36,014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54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528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94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2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3766" cy="164592"/>
          </a:xfrm>
          <a:prstGeom prst="roundRect">
            <a:avLst>
              <a:gd name="adj" fmla="val 3524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5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2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Weatherford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