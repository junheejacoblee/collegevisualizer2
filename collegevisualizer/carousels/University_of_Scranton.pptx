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Scranton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Scranton,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3,554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$53,983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$32,568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9419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98487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$74,652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$62,921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3779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374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903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780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9503" cy="164592"/>
          </a:xfrm>
          <a:prstGeom prst="roundRect">
            <a:avLst>
              <a:gd name="adj" fmla="val 2446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794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638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503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425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