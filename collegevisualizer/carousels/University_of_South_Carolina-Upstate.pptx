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South Carolina-Upstate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Spartanburg, SC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4,038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$13,557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3005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$22,310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83443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$48,587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$43,339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9027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810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687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865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538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222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320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354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838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