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Queensborough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Bayside,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331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$4,458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5715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169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110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577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356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40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08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904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03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