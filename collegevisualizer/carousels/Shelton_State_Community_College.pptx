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Tuscaloosa,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$8,997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527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80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0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3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404" cy="164592"/>
          </a:xfrm>
          <a:prstGeom prst="roundRect">
            <a:avLst>
              <a:gd name="adj" fmla="val 6979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14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5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