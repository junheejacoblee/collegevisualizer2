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Stockton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Stockton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Galloway, NJ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7,537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$24,524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$20,670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4483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1732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$57,602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$48,223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9287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068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066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283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13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215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838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13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444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