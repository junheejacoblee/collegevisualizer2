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College of Philadelphia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Philadelphia, PA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11,948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$12,744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$11,911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70909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$10,750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34756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$40,852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$31,173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85056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0615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6150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8790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032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2970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299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43055" cy="164592"/>
          </a:xfrm>
          <a:prstGeom prst="roundRect">
            <a:avLst>
              <a:gd name="adj" fmla="val 25568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95370" cy="164592"/>
          </a:xfrm>
          <a:prstGeom prst="roundRect">
            <a:avLst>
              <a:gd name="adj" fmla="val 3835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