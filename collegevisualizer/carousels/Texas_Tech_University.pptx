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Tech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Lubbock,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32,394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$24,451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$19,070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951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895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$62,454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03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29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88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98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64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98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92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927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75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Texas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