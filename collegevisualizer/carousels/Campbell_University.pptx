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Buies Creek,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87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464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50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56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97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7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9813" cy="164592"/>
          </a:xfrm>
          <a:prstGeom prst="roundRect">
            <a:avLst>
              <a:gd name="adj" fmla="val 3052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2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3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1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Campbell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