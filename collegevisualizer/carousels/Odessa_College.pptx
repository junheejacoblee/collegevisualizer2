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Odessa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Odessa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Odessa,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Odessa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$4,926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224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608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Odessa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$34,867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Odessa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Odessa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41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242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5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9260" cy="164592"/>
          </a:xfrm>
          <a:prstGeom prst="roundRect">
            <a:avLst>
              <a:gd name="adj" fmla="val 5281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Odessa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41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7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34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2456" cy="164592"/>
          </a:xfrm>
          <a:prstGeom prst="roundRect">
            <a:avLst>
              <a:gd name="adj" fmla="val 3956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Odessa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Odessa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