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Adventist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Collegedale,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389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614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93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41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05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2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7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1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56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9296" cy="164592"/>
          </a:xfrm>
          <a:prstGeom prst="roundRect">
            <a:avLst>
              <a:gd name="adj" fmla="val 2449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693" cy="164592"/>
          </a:xfrm>
          <a:prstGeom prst="roundRect">
            <a:avLst>
              <a:gd name="adj" fmla="val 694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