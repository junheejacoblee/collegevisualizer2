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College of Agriculture and Technology at Cobleskill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Cobleskill,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$18,678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361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$18,701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$16,023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0020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$37,901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25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151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023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5659" cy="164592"/>
          </a:xfrm>
          <a:prstGeom prst="roundRect">
            <a:avLst>
              <a:gd name="adj" fmla="val 34617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2117" cy="164592"/>
          </a:xfrm>
          <a:prstGeom prst="roundRect">
            <a:avLst>
              <a:gd name="adj" fmla="val 3581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680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782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