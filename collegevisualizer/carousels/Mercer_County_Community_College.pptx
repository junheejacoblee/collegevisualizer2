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Windsor,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673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952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40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84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29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26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5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92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9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8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