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Idaho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Idaho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Pocatello, ID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7,583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Idaho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$27,720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$12,193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4559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$20,039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6885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Idaho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$45,608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$41,377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Idaho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Idaho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2098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359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79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6939" cy="164592"/>
          </a:xfrm>
          <a:prstGeom prst="roundRect">
            <a:avLst>
              <a:gd name="adj" fmla="val 54641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2129" cy="164592"/>
          </a:xfrm>
          <a:prstGeom prst="roundRect">
            <a:avLst>
              <a:gd name="adj" fmla="val 7016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Idaho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516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441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531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278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Idaho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Idaho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