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Carolina at Charlotte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24,453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233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934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$57,289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$48,812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1632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11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92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603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5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24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969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912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56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