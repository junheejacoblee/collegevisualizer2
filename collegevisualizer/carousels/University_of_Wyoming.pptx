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Wyoming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Laramie, WY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20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544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$56,880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67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69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0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9431" cy="164592"/>
          </a:xfrm>
          <a:prstGeom prst="roundRect">
            <a:avLst>
              <a:gd name="adj" fmla="val 6154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7230" cy="164592"/>
          </a:xfrm>
          <a:prstGeom prst="roundRect">
            <a:avLst>
              <a:gd name="adj" fmla="val 6391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088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543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83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3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