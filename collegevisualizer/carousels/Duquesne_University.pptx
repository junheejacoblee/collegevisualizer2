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Duquesne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Duquesne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Pittsburgh, PA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5,350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Duquesne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$48,986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$37,730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566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261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Duquesne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$74,742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$62,627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Duquesne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Duquesne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256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58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31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22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73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Duquesne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433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472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18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93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Duquesne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Duquesne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