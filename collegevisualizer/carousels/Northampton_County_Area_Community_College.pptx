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County Area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Bethlehem,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108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38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25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285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52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6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2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7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1579" cy="164592"/>
          </a:xfrm>
          <a:prstGeom prst="roundRect">
            <a:avLst>
              <a:gd name="adj" fmla="val 4483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947" cy="164592"/>
          </a:xfrm>
          <a:prstGeom prst="roundRect">
            <a:avLst>
              <a:gd name="adj" fmla="val 7472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Northampton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Northampton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