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Pierce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Woodland Hills,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13,436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616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$12,936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686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87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92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743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3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5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64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1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113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