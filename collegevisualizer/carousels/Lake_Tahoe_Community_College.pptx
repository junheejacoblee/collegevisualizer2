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Tahoe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Lake Tahoe,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$11,103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438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$36,657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$30,695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1780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070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391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267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0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871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789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50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6654" cy="164592"/>
          </a:xfrm>
          <a:prstGeom prst="roundRect">
            <a:avLst>
              <a:gd name="adj" fmla="val 6456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