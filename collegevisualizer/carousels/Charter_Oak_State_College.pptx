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Oak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Britain, CT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$8,506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067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$15,815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592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$18,683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$64,209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56189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771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904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45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49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647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4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