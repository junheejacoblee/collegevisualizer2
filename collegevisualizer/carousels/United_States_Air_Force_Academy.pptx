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Air Force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USAF Academy,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7107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2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14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58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48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5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7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3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621" cy="164592"/>
          </a:xfrm>
          <a:prstGeom prst="roundRect">
            <a:avLst>
              <a:gd name="adj" fmla="val 4322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