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301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860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$87,054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$69,326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63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62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5166" cy="164592"/>
          </a:xfrm>
          <a:prstGeom prst="roundRect">
            <a:avLst>
              <a:gd name="adj" fmla="val 2706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5212" cy="164592"/>
          </a:xfrm>
          <a:prstGeom prst="roundRect">
            <a:avLst>
              <a:gd name="adj" fmla="val 2921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9155" cy="164592"/>
          </a:xfrm>
          <a:prstGeom prst="roundRect">
            <a:avLst>
              <a:gd name="adj" fmla="val 5289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4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5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5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0267" cy="164592"/>
          </a:xfrm>
          <a:prstGeom prst="roundRect">
            <a:avLst>
              <a:gd name="adj" fmla="val 2434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Providence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