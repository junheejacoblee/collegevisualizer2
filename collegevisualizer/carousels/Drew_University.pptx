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457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306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$63,646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21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1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9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5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6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73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3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9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1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