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University-Monterey Bay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Seaside,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606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28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$48,648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76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6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6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98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6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30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71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47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