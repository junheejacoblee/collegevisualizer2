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Queens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Queens,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748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$10,298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386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$62,763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31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01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0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19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0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6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72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98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6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