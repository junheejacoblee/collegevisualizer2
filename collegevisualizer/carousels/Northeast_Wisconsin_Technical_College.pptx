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Wisconsin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Bay,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$7,233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493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$9,918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5860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$11,719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$44,553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4476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405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87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60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77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33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72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Northeast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Northeast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