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27,601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$13,760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9907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3329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$78,988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$62,448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6357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4773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213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756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776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188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900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641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791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