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Guilford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Guilford Technical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Jamestown,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Guilford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3583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$14,901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417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Guilford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$33,934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$29,705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Guilford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Guilford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57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764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512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26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07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Guilford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02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960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4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Guilford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Guilford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