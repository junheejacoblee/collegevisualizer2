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Rhode Island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Warwick, RI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24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$10,920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213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20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6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6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7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8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9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3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4483" cy="164592"/>
          </a:xfrm>
          <a:prstGeom prst="roundRect">
            <a:avLst>
              <a:gd name="adj" fmla="val 2367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