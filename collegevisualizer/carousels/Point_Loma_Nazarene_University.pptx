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Loma Nazarene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Diego,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$46,250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$38,729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2315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$22,990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9726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$63,998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$54,811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7693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718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335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401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90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761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970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402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439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Point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