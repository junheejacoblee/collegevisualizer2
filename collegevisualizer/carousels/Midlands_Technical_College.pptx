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Columbia,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545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395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37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67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0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6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3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75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4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3308" cy="164592"/>
          </a:xfrm>
          <a:prstGeom prst="roundRect">
            <a:avLst>
              <a:gd name="adj" fmla="val 3228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Midlands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