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Athens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Athens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Athens, GA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3,318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$5,958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40254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$6,949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$35,951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$31,758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6186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351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475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949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737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424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929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Athens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