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California-Los Angeles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33,475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$49,403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$12,548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00796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12460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$82,511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$59,063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9924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4065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3601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919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736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776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047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546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8205" cy="164592"/>
          </a:xfrm>
          <a:prstGeom prst="roundRect">
            <a:avLst>
              <a:gd name="adj" fmla="val 5362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