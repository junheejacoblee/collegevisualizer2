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 Missouri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 Girardeau, MO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6,373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$9,903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82790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$15,882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3151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$44,030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$38,150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1286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014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33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97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6397" cy="164592"/>
          </a:xfrm>
          <a:prstGeom prst="roundRect">
            <a:avLst>
              <a:gd name="adj" fmla="val 7883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719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564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510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204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Southeast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