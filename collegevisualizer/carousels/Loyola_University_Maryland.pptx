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University Maryland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Baltimore, MD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3,869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$57,150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$30,574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230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7488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$82,652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$64,453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170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176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98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30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00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574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467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800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520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Loyola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