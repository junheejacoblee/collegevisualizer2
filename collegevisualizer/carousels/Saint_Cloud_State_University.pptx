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Cloud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Cloud,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307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496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$55,813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$47,215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72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17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6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43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86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377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99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0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