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Orleans,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8407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50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$20,198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010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8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81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4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0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14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62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Delgado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Delgado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