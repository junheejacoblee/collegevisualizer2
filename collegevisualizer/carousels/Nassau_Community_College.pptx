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 City,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212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352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543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73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83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52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3534" cy="164592"/>
          </a:xfrm>
          <a:prstGeom prst="roundRect">
            <a:avLst>
              <a:gd name="adj" fmla="val 2960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25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2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2067" cy="164592"/>
          </a:xfrm>
          <a:prstGeom prst="roundRect">
            <a:avLst>
              <a:gd name="adj" fmla="val 2574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Nassau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