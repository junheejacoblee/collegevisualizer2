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Bell,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91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409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12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96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9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1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6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3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9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15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389" cy="164592"/>
          </a:xfrm>
          <a:prstGeom prst="roundRect">
            <a:avLst>
              <a:gd name="adj" fmla="val 7884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Montgomery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