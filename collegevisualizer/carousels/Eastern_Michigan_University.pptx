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Michigan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Ypsilanti,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779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57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$51,793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18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92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6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2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75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094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6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94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9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