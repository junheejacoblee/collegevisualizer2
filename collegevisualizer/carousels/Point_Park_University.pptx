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Park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Pittsburgh,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$25,942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0173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078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$36,906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502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466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3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29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2078" cy="164592"/>
          </a:xfrm>
          <a:prstGeom prst="roundRect">
            <a:avLst>
              <a:gd name="adj" fmla="val 3583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9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8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6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57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