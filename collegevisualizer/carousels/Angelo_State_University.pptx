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Angelo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Angelo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Angelo,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5,643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Angelo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$18,300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63117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$15,091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9442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Angelo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$50,116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$41,050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Angelo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Angelo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6619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0059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682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226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4252" cy="164592"/>
          </a:xfrm>
          <a:prstGeom prst="roundRect">
            <a:avLst>
              <a:gd name="adj" fmla="val 2943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Angelo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339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147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171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783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Angelo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Angelo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