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Lakewood,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763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804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60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18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2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46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2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09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1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Pierce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