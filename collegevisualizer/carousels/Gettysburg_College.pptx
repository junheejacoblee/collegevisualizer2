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$66,640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752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078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$71,517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476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30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55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0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2760" cy="164592"/>
          </a:xfrm>
          <a:prstGeom prst="roundRect">
            <a:avLst>
              <a:gd name="adj" fmla="val 2247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563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5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47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Gettysburg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Gettysburg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