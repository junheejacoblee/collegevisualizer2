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Cincinnati-Clermont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Batavia,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111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77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328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00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9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28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5574" cy="164592"/>
          </a:xfrm>
          <a:prstGeom prst="roundRect">
            <a:avLst>
              <a:gd name="adj" fmla="val 3164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95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11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