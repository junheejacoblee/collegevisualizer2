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Keiser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Keiser University-Ft Lauderdale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Lauderdale,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17,678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Keiser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603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$30,498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$26,125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994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Keiser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$39,696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$37,447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Keiser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Keiser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2970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661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533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02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8097" cy="164592"/>
          </a:xfrm>
          <a:prstGeom prst="roundRect">
            <a:avLst>
              <a:gd name="adj" fmla="val 2648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Keiser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5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056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Keiser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Keiser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