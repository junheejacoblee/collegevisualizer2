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Maine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Portland, ME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5,675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$7,036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1870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$11,086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$10,331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9822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$41,661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$36,780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0561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127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76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17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4976" cy="164592"/>
          </a:xfrm>
          <a:prstGeom prst="roundRect">
            <a:avLst>
              <a:gd name="adj" fmla="val 2522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951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491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5008" cy="164592"/>
          </a:xfrm>
          <a:prstGeom prst="roundRect">
            <a:avLst>
              <a:gd name="adj" fmla="val 56264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