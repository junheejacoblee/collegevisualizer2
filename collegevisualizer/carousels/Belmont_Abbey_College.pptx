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Abbey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763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$24,639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607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621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9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6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7566" cy="164592"/>
          </a:xfrm>
          <a:prstGeom prst="roundRect">
            <a:avLst>
              <a:gd name="adj" fmla="val 3111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769" cy="164592"/>
          </a:xfrm>
          <a:prstGeom prst="roundRect">
            <a:avLst>
              <a:gd name="adj" fmla="val 3393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02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2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35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