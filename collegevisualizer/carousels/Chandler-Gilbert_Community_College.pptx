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Chandler-Gilbert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Chandler-Gilbert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Chandler-Gilbert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934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$12,726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828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Chandler-Gilbert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$51,111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Chandler-Gilbert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Chandler-Gilbert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108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43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8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3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9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Chandler-Gilbert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56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4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7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2865" cy="164592"/>
          </a:xfrm>
          <a:prstGeom prst="roundRect">
            <a:avLst>
              <a:gd name="adj" fmla="val 4413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Chandler-Gilbert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Chandler-Gilbert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