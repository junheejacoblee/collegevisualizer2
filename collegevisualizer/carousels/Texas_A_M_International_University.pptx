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 &amp; M International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419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599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75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190" cy="164592"/>
          </a:xfrm>
          <a:prstGeom prst="roundRect">
            <a:avLst>
              <a:gd name="adj" fmla="val 50666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61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4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8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8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