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Mount Saint Vincent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31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274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$65,756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4685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508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66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7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0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11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4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3570" cy="164592"/>
          </a:xfrm>
          <a:prstGeom prst="roundRect">
            <a:avLst>
              <a:gd name="adj" fmla="val 3908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