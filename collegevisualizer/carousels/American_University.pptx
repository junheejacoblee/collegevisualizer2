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$58,771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321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361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$77,370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$61,328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51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5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0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6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528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9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9592" cy="164592"/>
          </a:xfrm>
          <a:prstGeom prst="roundRect">
            <a:avLst>
              <a:gd name="adj" fmla="val 2445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543" cy="164592"/>
          </a:xfrm>
          <a:prstGeom prst="roundRect">
            <a:avLst>
              <a:gd name="adj" fmla="val 3009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