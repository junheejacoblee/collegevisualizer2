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Erie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Erie Community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Buffalo, NY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6,099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Erie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$11,300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$7,765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727024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$9,250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248548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Erie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$41,228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$34,042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+21%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Erie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Erie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53%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47%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062711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91380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75884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74863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36643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Erie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15.0%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50740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11.3%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35355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6.1%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24260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5.6%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28846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Erie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Erie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2026-06-11T21:08:40Z</dcterms:created>
  <dcterms:modified xsi:type="dcterms:W3CDTF">2026-06-11T21:08:40Z</dcterms:modified>
</cp:coreProperties>
</file>