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Mason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Fairfax,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27,752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$38,688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$17,915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3766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002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$76,343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$60,536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2618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559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400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712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433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701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825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777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87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