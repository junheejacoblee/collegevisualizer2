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the Pacific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Stockton,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$57,080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$25,447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692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557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$78,445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$62,672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919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197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555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007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701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172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146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120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851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