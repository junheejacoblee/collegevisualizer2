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School of Mines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$45,824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$28,690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8464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918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$97,335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$82,950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84875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758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33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724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9125" cy="164592"/>
          </a:xfrm>
          <a:prstGeom prst="roundRect">
            <a:avLst>
              <a:gd name="adj" fmla="val 4103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372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Colorado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