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Harriman,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095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008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27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0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0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4417" cy="164592"/>
          </a:xfrm>
          <a:prstGeom prst="roundRect">
            <a:avLst>
              <a:gd name="adj" fmla="val 2532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90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0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