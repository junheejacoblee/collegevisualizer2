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American University of Puerto Rico-Metro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900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392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$27,318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621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05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46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