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Miramar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240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781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409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84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766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51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5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09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7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9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6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