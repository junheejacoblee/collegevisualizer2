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Institute of Technology-College of Professional Studies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Wayne,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880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785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$26,391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$29,717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12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83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40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418" cy="164592"/>
          </a:xfrm>
          <a:prstGeom prst="roundRect">
            <a:avLst>
              <a:gd name="adj" fmla="val 4001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33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9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6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