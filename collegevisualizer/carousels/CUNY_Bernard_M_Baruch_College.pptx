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Bernard M Baruch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16,154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808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638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$75,971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$61,542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05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05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674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59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1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01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2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