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Jackson, MS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$11,965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1558354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$23,836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310446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$30,470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$39,060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$30,530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+28%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63%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37%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662152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103454" cy="164592"/>
          </a:xfrm>
          <a:prstGeom prst="roundRect">
            <a:avLst>
              <a:gd name="adj" fmla="val 35355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13.4%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213614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1043235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7451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74516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Jackson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Jackson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2026-06-11T21:08:37Z</dcterms:created>
  <dcterms:modified xsi:type="dcterms:W3CDTF">2026-06-11T21:08:37Z</dcterms:modified>
</cp:coreProperties>
</file>