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Vermont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Burlington, VT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11,743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$45,502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$19,343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8701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$20,951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2725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$62,472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$48,164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6215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82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26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9370" cy="164592"/>
          </a:xfrm>
          <a:prstGeom prst="roundRect">
            <a:avLst>
              <a:gd name="adj" fmla="val 2827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6132" cy="164592"/>
          </a:xfrm>
          <a:prstGeom prst="roundRect">
            <a:avLst>
              <a:gd name="adj" fmla="val 7928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590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9470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5656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3868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