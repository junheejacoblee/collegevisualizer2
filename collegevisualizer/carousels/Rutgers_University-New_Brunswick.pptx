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University-New Brunswick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Brunswick, NJ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37,751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$37,441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$24,406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8687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7885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$74,479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$61,263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73936" y="1664208"/>
            <a:ext cx="113385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73936" y="1664208"/>
            <a:ext cx="11338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0560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958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615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6656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493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238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374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4898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143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Rutgers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Rutgers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