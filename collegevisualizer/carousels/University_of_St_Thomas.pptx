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St Thomas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Paul, MN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6,245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$54,398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$29,155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2694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69615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$73,739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$62,412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88879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518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770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669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031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7253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754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110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96709" cy="164592"/>
          </a:xfrm>
          <a:prstGeom prst="roundRect">
            <a:avLst>
              <a:gd name="adj" fmla="val 37821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