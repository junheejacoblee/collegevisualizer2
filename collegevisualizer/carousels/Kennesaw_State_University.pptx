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Kennesaw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Kennesaw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Kennesaw,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41,254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Kennesaw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5326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056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$23,833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Kennesaw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$57,552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Kennesaw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Kennesaw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916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843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961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38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01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Kennesaw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33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746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53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84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Kennesaw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Kennesaw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