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089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328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027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918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4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66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52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5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65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5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Lesley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Lesley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