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of the Holy Cross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Worcester, MA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3,106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$64,500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$38,782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8614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66123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$90,543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$69,984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2996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7811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857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468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939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6466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377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52156" cy="164592"/>
          </a:xfrm>
          <a:prstGeom prst="roundRect">
            <a:avLst>
              <a:gd name="adj" fmla="val 24038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College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