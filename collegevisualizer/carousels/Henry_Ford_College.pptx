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Ford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Dearborn,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766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38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$28,100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79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71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4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0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00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84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23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9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