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Massachusetts Global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Aliso Viejo,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240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$32,654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$24,276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503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$65,703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$55,438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630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13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19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33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9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739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43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7461" cy="164592"/>
          </a:xfrm>
          <a:prstGeom prst="roundRect">
            <a:avLst>
              <a:gd name="adj" fmla="val 2480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