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Morehouse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Morehouse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Atlanta, GA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Morehouse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$32,893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459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4306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Morehouse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$52,889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Morehouse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Morehouse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100%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810512" y="3767328"/>
            <a:ext cx="85367" cy="164592"/>
          </a:xfrm>
          <a:prstGeom prst="roundRect">
            <a:avLst>
              <a:gd name="adj" fmla="val 42846"/>
            </a:avLst>
          </a:prstGeom>
          <a:solidFill>
            <a:srgbClr val="9EC1CC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5" name="Shape 23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Morehouse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731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00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27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6410" cy="164592"/>
          </a:xfrm>
          <a:prstGeom prst="roundRect">
            <a:avLst>
              <a:gd name="adj" fmla="val 2681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Morehouse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Morehouse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