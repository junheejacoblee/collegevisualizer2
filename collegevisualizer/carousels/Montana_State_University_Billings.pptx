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State University Billings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Billings, MT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2,626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$22,897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6393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$18,209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5597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$44,296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$39,531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74215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420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514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2992" cy="164592"/>
          </a:xfrm>
          <a:prstGeom prst="roundRect">
            <a:avLst>
              <a:gd name="adj" fmla="val 5806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8625" cy="164592"/>
          </a:xfrm>
          <a:prstGeom prst="roundRect">
            <a:avLst>
              <a:gd name="adj" fmla="val 75221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350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176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57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657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Montana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Montana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