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Rowan-Cabarrus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Rowan-Cabarrus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Salisbury,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Rowan-Cabarrus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995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$7,981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487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$9,458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Rowan-Cabarrus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$30,316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Rowan-Cabarrus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Rowan-Cabarrus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736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46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702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10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0391" cy="164592"/>
          </a:xfrm>
          <a:prstGeom prst="roundRect">
            <a:avLst>
              <a:gd name="adj" fmla="val 3313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Rowan-Cabarrus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673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266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7017" cy="164592"/>
          </a:xfrm>
          <a:prstGeom prst="roundRect">
            <a:avLst>
              <a:gd name="adj" fmla="val 4203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Rowan-Cabarrus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Rowan-Cabarrus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