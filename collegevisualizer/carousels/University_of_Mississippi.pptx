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Mississippi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474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751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77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0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2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1299" cy="164592"/>
          </a:xfrm>
          <a:prstGeom prst="roundRect">
            <a:avLst>
              <a:gd name="adj" fmla="val 2417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114" cy="164592"/>
          </a:xfrm>
          <a:prstGeom prst="roundRect">
            <a:avLst>
              <a:gd name="adj" fmla="val 3581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61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7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4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9079" cy="164592"/>
          </a:xfrm>
          <a:prstGeom prst="roundRect">
            <a:avLst>
              <a:gd name="adj" fmla="val 2299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