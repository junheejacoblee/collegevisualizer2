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26,816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$34,922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$24,323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640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864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$65,337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$54,629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316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26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65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3468" cy="164592"/>
          </a:xfrm>
          <a:prstGeom prst="roundRect">
            <a:avLst>
              <a:gd name="adj" fmla="val 2237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7923" cy="164592"/>
          </a:xfrm>
          <a:prstGeom prst="roundRect">
            <a:avLst>
              <a:gd name="adj" fmla="val 2472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786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779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0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7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Auburn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Auburn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