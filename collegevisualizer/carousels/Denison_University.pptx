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Granville,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696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400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$67,753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$51,352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79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029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01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17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62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789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39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63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7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Denison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