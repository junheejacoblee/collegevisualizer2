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Anza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Cupertino,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926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722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79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0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10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5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9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17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74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0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1052" cy="164592"/>
          </a:xfrm>
          <a:prstGeom prst="roundRect">
            <a:avLst>
              <a:gd name="adj" fmla="val 2271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