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El Paso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632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010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3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6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551" cy="164592"/>
          </a:xfrm>
          <a:prstGeom prst="roundRect">
            <a:avLst>
              <a:gd name="adj" fmla="val 40844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14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84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7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