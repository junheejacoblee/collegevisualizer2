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 Fear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719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230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$32,234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62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605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5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18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2875" cy="164592"/>
          </a:xfrm>
          <a:prstGeom prst="roundRect">
            <a:avLst>
              <a:gd name="adj" fmla="val 4413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758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12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9487" cy="164592"/>
          </a:xfrm>
          <a:prstGeom prst="roundRect">
            <a:avLst>
              <a:gd name="adj" fmla="val 3340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