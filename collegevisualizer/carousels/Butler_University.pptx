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Butler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Butler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Indianapolis, IN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4,317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Butler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$47,560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$36,041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0732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6948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Butler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$77,235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$61,627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Butler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Butler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7953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983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15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02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88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Butler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381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007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248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024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Butler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Butler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