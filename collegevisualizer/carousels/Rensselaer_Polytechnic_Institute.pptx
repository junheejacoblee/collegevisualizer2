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Polytechnic Institute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$64,081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435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708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$102,051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$83,054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8046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1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3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9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8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02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4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751" cy="164592"/>
          </a:xfrm>
          <a:prstGeom prst="roundRect">
            <a:avLst>
              <a:gd name="adj" fmla="val 4315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228" cy="164592"/>
          </a:xfrm>
          <a:prstGeom prst="roundRect">
            <a:avLst>
              <a:gd name="adj" fmla="val 7912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Rensselaer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Rensselaer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