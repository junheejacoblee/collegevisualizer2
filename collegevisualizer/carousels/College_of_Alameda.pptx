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Alameda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Alameda,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4,487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$8,496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0637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$42,563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$34,535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3344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916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16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947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930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585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472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2080" cy="164592"/>
          </a:xfrm>
          <a:prstGeom prst="roundRect">
            <a:avLst>
              <a:gd name="adj" fmla="val 2769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9248" cy="164592"/>
          </a:xfrm>
          <a:prstGeom prst="roundRect">
            <a:avLst>
              <a:gd name="adj" fmla="val 4615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