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&amp; Clark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Portland, OR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$64,828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$36,013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0456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9370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$62,205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$43,608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44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590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014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02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60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545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579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Lewis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