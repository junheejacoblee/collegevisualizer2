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Baldwin City, KS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4438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05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$63,855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16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6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7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00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262" cy="164592"/>
          </a:xfrm>
          <a:prstGeom prst="roundRect">
            <a:avLst>
              <a:gd name="adj" fmla="val 4240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34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6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137" cy="164592"/>
          </a:xfrm>
          <a:prstGeom prst="roundRect">
            <a:avLst>
              <a:gd name="adj" fmla="val 2747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