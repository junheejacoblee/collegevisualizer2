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West Alabama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Livingston,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962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79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404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57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7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4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03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10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6369" cy="164592"/>
          </a:xfrm>
          <a:prstGeom prst="roundRect">
            <a:avLst>
              <a:gd name="adj" fmla="val 2339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