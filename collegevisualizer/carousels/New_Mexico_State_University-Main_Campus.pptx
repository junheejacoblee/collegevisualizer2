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Mexico State University-Main Campus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Cruces, NM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11,946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$25,307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$8,889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39392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$17,095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68073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$39,067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$32,960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5837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5866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9433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46074" cy="164592"/>
          </a:xfrm>
          <a:prstGeom prst="roundRect">
            <a:avLst>
              <a:gd name="adj" fmla="val 25039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67820" cy="164592"/>
          </a:xfrm>
          <a:prstGeom prst="roundRect">
            <a:avLst>
              <a:gd name="adj" fmla="val 53931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8106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26825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5039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7396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