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Canyon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10,579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789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159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$44,956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$36,758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0058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672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43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7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0371" cy="164592"/>
          </a:xfrm>
          <a:prstGeom prst="roundRect">
            <a:avLst>
              <a:gd name="adj" fmla="val 2432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321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74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77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8590" cy="164592"/>
          </a:xfrm>
          <a:prstGeom prst="roundRect">
            <a:avLst>
              <a:gd name="adj" fmla="val 24615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Santiago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Santiago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