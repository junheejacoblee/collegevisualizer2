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Seattle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879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572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$15,458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$46,383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60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790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90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96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7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413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4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