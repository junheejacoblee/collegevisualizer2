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Champaign,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75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$8,548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571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7603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5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2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10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7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24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22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278" cy="164592"/>
          </a:xfrm>
          <a:prstGeom prst="roundRect">
            <a:avLst>
              <a:gd name="adj" fmla="val 7274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