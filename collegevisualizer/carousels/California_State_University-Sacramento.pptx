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University-Sacramento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28,350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973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871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$64,876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02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382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58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49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76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30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8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84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55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