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 Community College Area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Lincoln, NE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6,773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$4,320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55853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$9,171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0864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$43,405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$39,103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6995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430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959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34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60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267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849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Southeast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