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Macalester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Macalester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Paul, MN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2,131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Macalester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$68,104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$32,149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7335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34023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Macalester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$63,878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$46,244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Macalester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Macalester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806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029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312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574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173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Macalester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243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841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Macalester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Macalester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