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State University-Alexandria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Alexandria,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5,632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$14,650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599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7565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$37,284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23492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163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648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5220" cy="164592"/>
          </a:xfrm>
          <a:prstGeom prst="roundRect">
            <a:avLst>
              <a:gd name="adj" fmla="val 2356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8207" cy="164592"/>
          </a:xfrm>
          <a:prstGeom prst="roundRect">
            <a:avLst>
              <a:gd name="adj" fmla="val 6283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467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16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43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Louisiana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