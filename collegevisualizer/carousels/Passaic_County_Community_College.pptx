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Passaic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Passaic County Community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Paterson, NJ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4,260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Passaic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$10,560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$7,761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916619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$7,536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832063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Passaic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$36,972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$31,276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+18%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Passaic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Passaic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62%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38%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589686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81860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70574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30372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17306" cy="164592"/>
          </a:xfrm>
          <a:prstGeom prst="roundRect">
            <a:avLst>
              <a:gd name="adj" fmla="val 31180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Passaic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9.9%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326117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9.7%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282411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8.4%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43706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1.3%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30258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Passaic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Passaic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2026-06-11T21:08:40Z</dcterms:created>
  <dcterms:modified xsi:type="dcterms:W3CDTF">2026-06-11T21:08:40Z</dcterms:modified>
</cp:coreProperties>
</file>