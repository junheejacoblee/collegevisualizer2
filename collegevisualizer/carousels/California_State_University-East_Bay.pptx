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University-East Bay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Hayward,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$20,183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325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529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$71,401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$55,546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43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850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33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54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5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03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2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830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3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