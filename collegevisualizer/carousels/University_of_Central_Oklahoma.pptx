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Central Oklahoma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Edmond, OK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10,170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$19,704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72358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$18,309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45996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$48,351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$43,074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0301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2666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925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777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719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783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924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736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349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