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Rollins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Winter Park, FL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2,631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$60,580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$34,732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7523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67046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$58,295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$48,239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4098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485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019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360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534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638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473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280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8238" cy="164592"/>
          </a:xfrm>
          <a:prstGeom prst="roundRect">
            <a:avLst>
              <a:gd name="adj" fmla="val 75824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Rollins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