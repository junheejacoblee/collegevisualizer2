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Dade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46,182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440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$9,252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004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99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08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99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097" cy="164592"/>
          </a:xfrm>
          <a:prstGeom prst="roundRect">
            <a:avLst>
              <a:gd name="adj" fmla="val 676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333" cy="164592"/>
          </a:xfrm>
          <a:prstGeom prst="roundRect">
            <a:avLst>
              <a:gd name="adj" fmla="val 6989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03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3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