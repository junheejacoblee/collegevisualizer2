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Berklee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Berklee College of Music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Berklee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$52,040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7213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064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Berklee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$33,647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$26,462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Berklee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Berklee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105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293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883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379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11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Berklee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13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Berklee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Berklee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