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Colorado Colorado Springs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Springs,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8,697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$24,336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$15,788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7456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614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$54,659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609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866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22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07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16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97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275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120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619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