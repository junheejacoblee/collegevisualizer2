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Volunteer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Volunteer State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Gallatin, TN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5,339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Volunteer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$17,740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$7,802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74533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$7,550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68896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Volunteer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$41,150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$36,045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Volunteer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Volunteer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63954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69229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65157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8027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89831" cy="164592"/>
          </a:xfrm>
          <a:prstGeom prst="roundRect">
            <a:avLst>
              <a:gd name="adj" fmla="val 40716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Volunteer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58564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11.1%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09994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Volunteer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Volunteer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