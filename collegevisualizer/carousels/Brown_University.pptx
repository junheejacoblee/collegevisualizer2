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Providence, RI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7,226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$71,412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$25,184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9952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$11,428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63507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$93,487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$79,131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0038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852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283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315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012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624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538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400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