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Holy Family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Philadelphia,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2,464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$35,330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$13,143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7630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$25,125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2220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$62,235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$55,285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1636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018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418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659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9566" cy="164592"/>
          </a:xfrm>
          <a:prstGeom prst="roundRect">
            <a:avLst>
              <a:gd name="adj" fmla="val 4596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619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4498" cy="164592"/>
          </a:xfrm>
          <a:prstGeom prst="roundRect">
            <a:avLst>
              <a:gd name="adj" fmla="val 38706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Holy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