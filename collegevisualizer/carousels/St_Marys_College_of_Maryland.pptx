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Mary's College of Maryland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Mary's City,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326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562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$60,110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20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85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7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8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1828" cy="164592"/>
          </a:xfrm>
          <a:prstGeom prst="roundRect">
            <a:avLst>
              <a:gd name="adj" fmla="val 2260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80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0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38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St.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