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Tuskegee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Tuskegee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Tuskegee, AL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2,630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Tuskegee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773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602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Tuskegee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$49,641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$38,332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Tuskegee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Tuskegee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0186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62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Tuskegee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562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287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209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341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Tuskegee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Tuskegee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