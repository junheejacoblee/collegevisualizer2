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$51,900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$20,216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458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645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$54,902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458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660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5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4164" cy="164592"/>
          </a:xfrm>
          <a:prstGeom prst="roundRect">
            <a:avLst>
              <a:gd name="adj" fmla="val 4345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8909" cy="164592"/>
          </a:xfrm>
          <a:prstGeom prst="roundRect">
            <a:avLst>
              <a:gd name="adj" fmla="val 530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54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73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6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4366" cy="164592"/>
          </a:xfrm>
          <a:prstGeom prst="roundRect">
            <a:avLst>
              <a:gd name="adj" fmla="val 2225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