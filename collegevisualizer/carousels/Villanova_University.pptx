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$67,776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$43,756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20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$25,874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150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$100,423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$84,905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01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57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0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6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8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8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4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69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5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Villanova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Villanova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