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Carolina Central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Durham,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6,081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$19,735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7232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$15,359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575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$42,968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$35,967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7839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34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30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91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538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075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953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