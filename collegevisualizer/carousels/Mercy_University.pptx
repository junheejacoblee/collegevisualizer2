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Dobbs Ferry,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5,735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$22,880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$14,072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4076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$19,637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0600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$52,055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$44,969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537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929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455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704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33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492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175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123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4927" cy="164592"/>
          </a:xfrm>
          <a:prstGeom prst="roundRect">
            <a:avLst>
              <a:gd name="adj" fmla="val 2927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