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306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34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44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12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2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2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003" cy="164592"/>
          </a:xfrm>
          <a:prstGeom prst="roundRect">
            <a:avLst>
              <a:gd name="adj" fmla="val 507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55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48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7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0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