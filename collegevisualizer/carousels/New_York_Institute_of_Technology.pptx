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Westbury,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$22,443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29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$23,334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888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$70,080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377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544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96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65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7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69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73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