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 College of New Jersey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Mahwah,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$27,708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028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077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$67,541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62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68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984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1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17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83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7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7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Ramapo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Ramapo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