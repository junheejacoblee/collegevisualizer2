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State University Global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Denver,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6,563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4286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2079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$76,813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$65,131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122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335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262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9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50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665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382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Colorado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