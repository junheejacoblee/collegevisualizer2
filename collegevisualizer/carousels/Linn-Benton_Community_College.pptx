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Linn-Benton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Linn-Benton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Albany,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Linn-Benton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833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$11,961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851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Linn-Benton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Linn-Benton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Linn-Benton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67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16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3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5961" cy="164592"/>
          </a:xfrm>
          <a:prstGeom prst="roundRect">
            <a:avLst>
              <a:gd name="adj" fmla="val 2505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8910" cy="164592"/>
          </a:xfrm>
          <a:prstGeom prst="roundRect">
            <a:avLst>
              <a:gd name="adj" fmla="val 411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Linn-Benton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52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3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1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Linn-Benton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Linn-Benton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