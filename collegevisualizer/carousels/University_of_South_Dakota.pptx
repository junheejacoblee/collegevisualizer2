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South Dakota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Vermillion, SD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5,439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$12,942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17702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$19,858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34038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$23,592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$51,926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$46,290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3809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171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80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2492" cy="164592"/>
          </a:xfrm>
          <a:prstGeom prst="roundRect">
            <a:avLst>
              <a:gd name="adj" fmla="val 25669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3530" cy="164592"/>
          </a:xfrm>
          <a:prstGeom prst="roundRect">
            <a:avLst>
              <a:gd name="adj" fmla="val 4378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3808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619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6604" cy="164592"/>
          </a:xfrm>
          <a:prstGeom prst="roundRect">
            <a:avLst>
              <a:gd name="adj" fmla="val 3431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94759" cy="164592"/>
          </a:xfrm>
          <a:prstGeom prst="roundRect">
            <a:avLst>
              <a:gd name="adj" fmla="val 3859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