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Everglades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Everglades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 Raton,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Everglades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$21,680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0630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$27,371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8545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$38,996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Everglades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$47,597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$38,557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Everglades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Everglades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1024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261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13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6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9621" cy="164592"/>
          </a:xfrm>
          <a:prstGeom prst="roundRect">
            <a:avLst>
              <a:gd name="adj" fmla="val 3057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Everglades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963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Everglades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Everglades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