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Indiana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Indiana University-South Bend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 Bend, IN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1081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1081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3,933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$22,811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$8,653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505388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$21,355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715191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$44,947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$41,388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35%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791432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64282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61623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1821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45123" cy="164592"/>
          </a:xfrm>
          <a:prstGeom prst="roundRect">
            <a:avLst>
              <a:gd name="adj" fmla="val 25203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25.9%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310994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24.2%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55259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41361" cy="164592"/>
          </a:xfrm>
          <a:prstGeom prst="roundRect">
            <a:avLst>
              <a:gd name="adj" fmla="val 25874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89957" cy="164592"/>
          </a:xfrm>
          <a:prstGeom prst="roundRect">
            <a:avLst>
              <a:gd name="adj" fmla="val 40659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Indiana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