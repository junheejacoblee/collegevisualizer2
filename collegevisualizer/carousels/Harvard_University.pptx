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Cambridge,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$61,676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2678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9008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$101,817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$99,572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94944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043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72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142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973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936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025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395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302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69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256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Harvard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