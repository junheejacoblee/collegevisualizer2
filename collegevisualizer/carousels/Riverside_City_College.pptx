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599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02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85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93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6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2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4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40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1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0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2447" cy="164592"/>
          </a:xfrm>
          <a:prstGeom prst="roundRect">
            <a:avLst>
              <a:gd name="adj" fmla="val 2399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Riverside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