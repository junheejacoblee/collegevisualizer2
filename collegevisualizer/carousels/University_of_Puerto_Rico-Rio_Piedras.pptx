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Puerto Rico-Rio Piedras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Juan, PR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$5,354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157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$9,175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7893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$35,723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$22,417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50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9349" cy="164592"/>
          </a:xfrm>
          <a:prstGeom prst="roundRect">
            <a:avLst>
              <a:gd name="adj" fmla="val 26248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52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5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0607" cy="164592"/>
          </a:xfrm>
          <a:prstGeom prst="roundRect">
            <a:avLst>
              <a:gd name="adj" fmla="val 2428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5425" cy="164592"/>
          </a:xfrm>
          <a:prstGeom prst="roundRect">
            <a:avLst>
              <a:gd name="adj" fmla="val 34694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