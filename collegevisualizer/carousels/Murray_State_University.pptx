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Murray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Murray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Murray, KY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Murray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$19,836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399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608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Murray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$44,737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$38,473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Murray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Murray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096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14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17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53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Murray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93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32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70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856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Murray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Murray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