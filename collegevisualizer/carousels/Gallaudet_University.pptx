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Gallaudet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Gallaudet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Gallaudet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$15,845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993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345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Gallaudet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$36,578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Gallaudet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Gallaudet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28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10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521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976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4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Gallaudet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6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833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024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04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Gallaudet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Gallaudet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