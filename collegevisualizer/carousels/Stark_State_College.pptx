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Canton,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7009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231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$13,786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$31,268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34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767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199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98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73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382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14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28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3137" cy="164592"/>
          </a:xfrm>
          <a:prstGeom prst="roundRect">
            <a:avLst>
              <a:gd name="adj" fmla="val 2747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