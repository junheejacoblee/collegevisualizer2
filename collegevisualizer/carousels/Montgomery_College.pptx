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Rockville,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54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004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566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99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71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843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5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63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92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7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7017" cy="164592"/>
          </a:xfrm>
          <a:prstGeom prst="roundRect">
            <a:avLst>
              <a:gd name="adj" fmla="val 4203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Montgomery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