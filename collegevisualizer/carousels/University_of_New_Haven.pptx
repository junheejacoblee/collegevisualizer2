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New Haven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Haven,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667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637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$60,126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27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058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295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3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5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45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04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97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26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