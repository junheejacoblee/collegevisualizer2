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Drexel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Drexel University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Philadelphia, PA  ·  Private Nonprofit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79%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1345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78%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79%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Enrollment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1345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13,233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78%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Drexel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$62,412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$38,509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448613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$25,325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1610302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Drexel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$84,648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$69,063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+23%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Drexel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Drexel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49%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51%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2854589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249349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104708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93416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47118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Drexel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18.7%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316822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17.8%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279444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15.7%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208248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11.7%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46277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2.6%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Drexel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Drexel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2026-06-11T21:08:35Z</dcterms:created>
  <dcterms:modified xsi:type="dcterms:W3CDTF">2026-06-11T21:08:35Z</dcterms:modified>
</cp:coreProperties>
</file>