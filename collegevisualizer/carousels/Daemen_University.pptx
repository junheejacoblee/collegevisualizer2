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Daemen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Daemen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Amherst,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1,643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Daemen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$35,218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$18,693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0639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$22,091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8929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Daemen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$61,808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$59,912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Daemen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Daemen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26970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760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697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62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3241" cy="164592"/>
          </a:xfrm>
          <a:prstGeom prst="roundRect">
            <a:avLst>
              <a:gd name="adj" fmla="val 2967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Daemen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649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140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2800" cy="164592"/>
          </a:xfrm>
          <a:prstGeom prst="roundRect">
            <a:avLst>
              <a:gd name="adj" fmla="val 5824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Daemen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Daemen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