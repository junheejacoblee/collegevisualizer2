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28,663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$62,796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$37,050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4143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29553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$82,509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$64,543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54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991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823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786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063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032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273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26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258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