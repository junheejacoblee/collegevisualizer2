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Klamath Falls,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756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005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$72,273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$68,301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285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02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3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7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6178" cy="164592"/>
          </a:xfrm>
          <a:prstGeom prst="roundRect">
            <a:avLst>
              <a:gd name="adj" fmla="val 3444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904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791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65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Oregon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