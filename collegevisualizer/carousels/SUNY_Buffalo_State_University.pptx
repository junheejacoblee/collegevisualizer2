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Buffalo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Buffalo,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5,097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$19,653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70900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$11,346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4126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$21,028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$52,334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$40,877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2329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6201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904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038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303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896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164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419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477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