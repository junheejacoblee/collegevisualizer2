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Blountville,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332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$6,827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249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$29,726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92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0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4486" cy="164592"/>
          </a:xfrm>
          <a:prstGeom prst="roundRect">
            <a:avLst>
              <a:gd name="adj" fmla="val 2531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30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6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