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 Philip's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 Antonio, TX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12,914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$9,952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$4,273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703917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788255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$38,224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$35,018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59%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41%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442434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87610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59676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1282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37855" cy="164592"/>
          </a:xfrm>
          <a:prstGeom prst="roundRect">
            <a:avLst>
              <a:gd name="adj" fmla="val 2653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13.7%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28763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5.3%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85032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2026-06-11T21:08:40Z</dcterms:created>
  <dcterms:modified xsi:type="dcterms:W3CDTF">2026-06-11T21:08:40Z</dcterms:modified>
</cp:coreProperties>
</file>