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Pearl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Pearl River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Poplarville, MS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$6,100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48285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$6,532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5868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$33,019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$28,592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4448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4284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9678" cy="164592"/>
          </a:xfrm>
          <a:prstGeom prst="roundRect">
            <a:avLst>
              <a:gd name="adj" fmla="val 73626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8238" cy="164592"/>
          </a:xfrm>
          <a:prstGeom prst="roundRect">
            <a:avLst>
              <a:gd name="adj" fmla="val 75824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046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0316" cy="164592"/>
          </a:xfrm>
          <a:prstGeom prst="roundRect">
            <a:avLst>
              <a:gd name="adj" fmla="val 24333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Pearl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