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84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737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24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56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4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93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553" cy="164592"/>
          </a:xfrm>
          <a:prstGeom prst="roundRect">
            <a:avLst>
              <a:gd name="adj" fmla="val 6829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6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1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4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Jacksonville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