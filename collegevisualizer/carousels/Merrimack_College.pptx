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Andover,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892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856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$75,584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73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02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4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0990" cy="164592"/>
          </a:xfrm>
          <a:prstGeom prst="roundRect">
            <a:avLst>
              <a:gd name="adj" fmla="val 2422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088" cy="164592"/>
          </a:xfrm>
          <a:prstGeom prst="roundRect">
            <a:avLst>
              <a:gd name="adj" fmla="val 338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66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2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0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6509" cy="164592"/>
          </a:xfrm>
          <a:prstGeom prst="roundRect">
            <a:avLst>
              <a:gd name="adj" fmla="val 2337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Merrimack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Merrimack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