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C Wallace State Community College-Hanceville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Hanceville,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390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146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966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782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6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54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64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339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