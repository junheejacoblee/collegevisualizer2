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New Mexico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City,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746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704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85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119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4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8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4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4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2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