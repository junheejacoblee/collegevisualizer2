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Connecticut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Britain,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452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998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$58,562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6791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846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751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7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7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27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36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9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0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