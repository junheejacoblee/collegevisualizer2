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Mountain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3,645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8167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$12,780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8419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$39,825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$35,633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9780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086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499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55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8768" cy="164592"/>
          </a:xfrm>
          <a:prstGeom prst="roundRect">
            <a:avLst>
              <a:gd name="adj" fmla="val 2303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579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4093" cy="164592"/>
          </a:xfrm>
          <a:prstGeom prst="roundRect">
            <a:avLst>
              <a:gd name="adj" fmla="val 23736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4093" cy="164592"/>
          </a:xfrm>
          <a:prstGeom prst="roundRect">
            <a:avLst>
              <a:gd name="adj" fmla="val 23736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3275" cy="164592"/>
          </a:xfrm>
          <a:prstGeom prst="roundRect">
            <a:avLst>
              <a:gd name="adj" fmla="val 2967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