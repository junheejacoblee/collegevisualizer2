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Scottsdale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Scottsdale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Scottsdale,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Scottsdale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6570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$13,336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806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Scottsdale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$47,905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$39,059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Scottsdale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Scottsdale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433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094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82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34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88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Scottsdale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667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561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1292" cy="164592"/>
          </a:xfrm>
          <a:prstGeom prst="roundRect">
            <a:avLst>
              <a:gd name="adj" fmla="val 24176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4839" cy="164592"/>
          </a:xfrm>
          <a:prstGeom prst="roundRect">
            <a:avLst>
              <a:gd name="adj" fmla="val 5641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Scottsdale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Scottsdale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