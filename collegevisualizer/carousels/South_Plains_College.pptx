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Plains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Levelland,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$5,155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483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$6,791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666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43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092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59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7832" cy="164592"/>
          </a:xfrm>
          <a:prstGeom prst="roundRect">
            <a:avLst>
              <a:gd name="adj" fmla="val 2317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17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76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3910" cy="164592"/>
          </a:xfrm>
          <a:prstGeom prst="roundRect">
            <a:avLst>
              <a:gd name="adj" fmla="val 4359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3910" cy="164592"/>
          </a:xfrm>
          <a:prstGeom prst="roundRect">
            <a:avLst>
              <a:gd name="adj" fmla="val 4359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