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Oklahoma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Weatherford,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$8,499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1409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$14,459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5966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$15,954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98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888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63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58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661" cy="164592"/>
          </a:xfrm>
          <a:prstGeom prst="roundRect">
            <a:avLst>
              <a:gd name="adj" fmla="val 503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96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334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7773" cy="164592"/>
          </a:xfrm>
          <a:prstGeom prst="roundRect">
            <a:avLst>
              <a:gd name="adj" fmla="val 5396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Southwestern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