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Medgar Evers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Brooklyn,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3,233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$15,302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$5,718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48293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$10,988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4968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$46,498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$37,538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27%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23898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856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889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725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1525" cy="164592"/>
          </a:xfrm>
          <a:prstGeom prst="roundRect">
            <a:avLst>
              <a:gd name="adj" fmla="val 36027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1219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910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926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CUNY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