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State University-Shreveport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Shreveport,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260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385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14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26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0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3803" cy="164592"/>
          </a:xfrm>
          <a:prstGeom prst="roundRect">
            <a:avLst>
              <a:gd name="adj" fmla="val 2543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2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8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