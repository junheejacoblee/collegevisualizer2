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Texas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Killeen,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6,247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9953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0958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$40,995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$39,534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862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9100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7852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22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741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783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943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377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9436" cy="164592"/>
          </a:xfrm>
          <a:prstGeom prst="roundRect">
            <a:avLst>
              <a:gd name="adj" fmla="val 6153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