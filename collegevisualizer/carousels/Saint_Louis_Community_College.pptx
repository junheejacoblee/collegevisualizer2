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Louis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Bridgeton,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11,788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867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6210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$35,325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$30,242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844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17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0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3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7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647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984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