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Forest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Forest,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74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405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$61,825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4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1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1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2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93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06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7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37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