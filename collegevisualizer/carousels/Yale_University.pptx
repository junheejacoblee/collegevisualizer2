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Haven, CT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$67,250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$23,777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031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7656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$100,533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$81,765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94944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043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850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17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060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353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427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098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44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41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