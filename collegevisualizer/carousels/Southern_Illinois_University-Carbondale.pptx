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Illinois University-Carbondale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Carbondale,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562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94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$21,543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$53,390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21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2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1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1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447" cy="164592"/>
          </a:xfrm>
          <a:prstGeom prst="roundRect">
            <a:avLst>
              <a:gd name="adj" fmla="val 3311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26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0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66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