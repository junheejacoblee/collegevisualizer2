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Wisconsin-Stevens Point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Stevens Point, WI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7,306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$18,508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41575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$14,559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8694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$21,503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$52,021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$43,371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7663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58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0356" cy="164592"/>
          </a:xfrm>
          <a:prstGeom prst="roundRect">
            <a:avLst>
              <a:gd name="adj" fmla="val 24326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35711" cy="164592"/>
          </a:xfrm>
          <a:prstGeom prst="roundRect">
            <a:avLst>
              <a:gd name="adj" fmla="val 26951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72737" cy="164592"/>
          </a:xfrm>
          <a:prstGeom prst="roundRect">
            <a:avLst>
              <a:gd name="adj" fmla="val 5028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516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371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541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596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