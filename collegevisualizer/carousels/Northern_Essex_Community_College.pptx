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Northern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Northern Essex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Haverhill, MA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3,685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Northern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$12,516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$6,046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91702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85366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Northern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$42,862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$36,235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Northern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Northern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8592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9579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298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169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783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Northern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95339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220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Northern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Northern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