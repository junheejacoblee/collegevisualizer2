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Shasta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Shasta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Redding,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6,128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Shasta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$8,853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46548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$2,878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80149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Shasta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$39,269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$32,486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Shasta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Shasta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3895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4558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197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088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60106" cy="164592"/>
          </a:xfrm>
          <a:prstGeom prst="roundRect">
            <a:avLst>
              <a:gd name="adj" fmla="val 22845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Shasta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2954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8746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3390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060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Shasta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Shasta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