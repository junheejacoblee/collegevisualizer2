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Colleges of Chicago-Wilbur Wright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699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026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$33,808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122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92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3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366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58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559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07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68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