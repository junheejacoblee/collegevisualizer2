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Alabama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Minette,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915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994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14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17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1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5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9771" cy="164592"/>
          </a:xfrm>
          <a:prstGeom prst="roundRect">
            <a:avLst>
              <a:gd name="adj" fmla="val 5242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5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689" cy="164592"/>
          </a:xfrm>
          <a:prstGeom prst="roundRect">
            <a:avLst>
              <a:gd name="adj" fmla="val 5102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Coastal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