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State University-Springfield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Springfield, MO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13,313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8708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$17,613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7829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$21,992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$49,827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$40,553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5664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45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43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028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3838" cy="164592"/>
          </a:xfrm>
          <a:prstGeom prst="roundRect">
            <a:avLst>
              <a:gd name="adj" fmla="val 3522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428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864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214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948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Missouri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