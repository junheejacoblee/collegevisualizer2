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Louisville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Louisville,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$29,482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13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594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25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99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9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2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4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8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593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00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9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