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W Olin College of Engineering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Needham,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$66,398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$25,171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0442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6548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$129,455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$105,483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3690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538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432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195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13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Franklin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