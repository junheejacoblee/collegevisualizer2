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Bucknell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Bucknell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Lewisburg, PA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3,876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Bucknell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$67,812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$40,766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8570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58009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Bucknell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$93,807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$78,852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Bucknell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Bucknell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2271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101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480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378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361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Bucknell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8929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4418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443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354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Bucknell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Bucknell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