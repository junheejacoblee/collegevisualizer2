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River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Sacramento,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14,023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$12,616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13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$10,722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7271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$42,446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28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495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979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44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0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257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05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299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3158" cy="164592"/>
          </a:xfrm>
          <a:prstGeom prst="roundRect">
            <a:avLst>
              <a:gd name="adj" fmla="val 2241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Cosumnes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Cosumnes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