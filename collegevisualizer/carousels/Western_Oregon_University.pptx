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Oregon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Monmouth, OR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$32,534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$17,237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0256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$20,609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1388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$51,815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$42,537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2708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360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164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12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53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830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612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583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118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