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Tidewater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Tidewater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Norfolk, VA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12,082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Tidewater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$12,296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$11,762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79614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227469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Tidewater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$38,349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$32,700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Tidewater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Tidewater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6533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3555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2347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779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081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Tidewater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1043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7602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6002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6080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Tidewater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Tidewater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