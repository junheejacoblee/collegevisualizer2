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the Cumberlands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Williamsburg, KY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6,941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$9,875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628187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$14,107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754515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$14,911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$45,036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$39,046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+15%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68%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32%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94737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769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7018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17.7%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59503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4620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112828" cy="164592"/>
          </a:xfrm>
          <a:prstGeom prst="roundRect">
            <a:avLst>
              <a:gd name="adj" fmla="val 32417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