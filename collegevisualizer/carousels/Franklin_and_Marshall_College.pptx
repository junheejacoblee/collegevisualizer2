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and Marshall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Lancaster,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418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650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$76,124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$62,544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74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42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2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0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0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84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6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87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