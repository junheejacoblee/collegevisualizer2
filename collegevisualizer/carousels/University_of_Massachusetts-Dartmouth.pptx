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Massachusetts-Dartmouth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Dartmouth,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$32,567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$20,927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500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464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$68,804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$51,475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27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93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37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315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1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463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996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997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057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