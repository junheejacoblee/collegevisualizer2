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Greeley, CO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3,635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$11,786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$11,463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8597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$6,844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3044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$41,887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$39,696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48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768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65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56190" cy="164592"/>
          </a:xfrm>
          <a:prstGeom prst="roundRect">
            <a:avLst>
              <a:gd name="adj" fmla="val 23418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3261" cy="164592"/>
          </a:xfrm>
          <a:prstGeom prst="roundRect">
            <a:avLst>
              <a:gd name="adj" fmla="val 3229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4070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620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