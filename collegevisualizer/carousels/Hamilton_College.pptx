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Hamilton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Hamilton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Clinton,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2,030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Hamilton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$68,960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$28,985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6802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9783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Hamilton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$78,411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$60,082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Hamilton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Hamilton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215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471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011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43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01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Hamilton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752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292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Hamilton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Hamilton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