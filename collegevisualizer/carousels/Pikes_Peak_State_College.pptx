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Pikes Peak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Springs,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932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874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19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744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77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61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2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82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36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Pikes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