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Bridgewater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Bridgewater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Bridgewater, MA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7,829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Bridgewater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$17,948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93282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$16,383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67709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$24,286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Bridgewater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$57,466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$46,673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Bridgewater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Bridgewater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1953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6763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523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558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44765" cy="164592"/>
          </a:xfrm>
          <a:prstGeom prst="roundRect">
            <a:avLst>
              <a:gd name="adj" fmla="val 25266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Bridgewater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9115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244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8321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5847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Bridgewater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Bridgewater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