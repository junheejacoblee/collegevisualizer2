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Mesa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Junction,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8,143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$25,124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$15,103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8561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7504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$45,823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$39,223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6126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774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97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8246" cy="164592"/>
          </a:xfrm>
          <a:prstGeom prst="roundRect">
            <a:avLst>
              <a:gd name="adj" fmla="val 37229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6268" cy="164592"/>
          </a:xfrm>
          <a:prstGeom prst="roundRect">
            <a:avLst>
              <a:gd name="adj" fmla="val 3799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391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782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269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1033" cy="164592"/>
          </a:xfrm>
          <a:prstGeom prst="roundRect">
            <a:avLst>
              <a:gd name="adj" fmla="val 3022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Colorado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