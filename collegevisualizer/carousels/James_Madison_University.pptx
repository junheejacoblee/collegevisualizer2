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Madison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Harrisonburg,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20,888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$31,604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$23,322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285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$20,093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230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$69,954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$57,438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08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04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92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16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0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28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73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912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81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James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