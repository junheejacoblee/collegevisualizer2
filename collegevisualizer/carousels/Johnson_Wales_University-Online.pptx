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&amp; Wales University-Online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Providence, RI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$13,365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399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$20,252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911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989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811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83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79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26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0720" cy="164592"/>
          </a:xfrm>
          <a:prstGeom prst="roundRect">
            <a:avLst>
              <a:gd name="adj" fmla="val 30298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234" cy="164592"/>
          </a:xfrm>
          <a:prstGeom prst="roundRect">
            <a:avLst>
              <a:gd name="adj" fmla="val 5784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