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Worcester, MA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1,669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$51,356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$29,498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27943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08640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$74,895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$46,029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5720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183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687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004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16065" cy="164592"/>
          </a:xfrm>
          <a:prstGeom prst="roundRect">
            <a:avLst>
              <a:gd name="adj" fmla="val 31513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0074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649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775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279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Assumption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