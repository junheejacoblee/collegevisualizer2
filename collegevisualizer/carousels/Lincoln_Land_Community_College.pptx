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Land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713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94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337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593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7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55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7330" cy="164592"/>
          </a:xfrm>
          <a:prstGeom prst="roundRect">
            <a:avLst>
              <a:gd name="adj" fmla="val 4188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6140" cy="164592"/>
          </a:xfrm>
          <a:prstGeom prst="roundRect">
            <a:avLst>
              <a:gd name="adj" fmla="val 48038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263" cy="164592"/>
          </a:xfrm>
          <a:prstGeom prst="roundRect">
            <a:avLst>
              <a:gd name="adj" fmla="val 56044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Lincoln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