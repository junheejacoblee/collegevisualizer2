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Paso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Paso,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24,214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90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301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72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50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9197" cy="164592"/>
          </a:xfrm>
          <a:prstGeom prst="roundRect">
            <a:avLst>
              <a:gd name="adj" fmla="val 46184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25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062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1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3207" cy="164592"/>
          </a:xfrm>
          <a:prstGeom prst="roundRect">
            <a:avLst>
              <a:gd name="adj" fmla="val 354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