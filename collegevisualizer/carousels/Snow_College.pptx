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Ephraim, UT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4207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442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$34,587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79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37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00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5149" cy="164592"/>
          </a:xfrm>
          <a:prstGeom prst="roundRect">
            <a:avLst>
              <a:gd name="adj" fmla="val 3478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007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61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8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4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