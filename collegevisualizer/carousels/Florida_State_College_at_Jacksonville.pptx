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State College at Jacksonville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238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079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$13,562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56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15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93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8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9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51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024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