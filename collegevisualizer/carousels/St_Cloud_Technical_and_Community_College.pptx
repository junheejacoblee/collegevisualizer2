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Cloud Technical 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Cloud,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252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863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17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7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8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7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662" cy="164592"/>
          </a:xfrm>
          <a:prstGeom prst="roundRect">
            <a:avLst>
              <a:gd name="adj" fmla="val 2511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5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7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