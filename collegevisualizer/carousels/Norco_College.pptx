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413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01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9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3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5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7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91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2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9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1846" cy="164592"/>
          </a:xfrm>
          <a:prstGeom prst="roundRect">
            <a:avLst>
              <a:gd name="adj" fmla="val 446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Norco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Norco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