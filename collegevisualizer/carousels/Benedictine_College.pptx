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Atchison, KS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449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55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679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47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5192" cy="164592"/>
          </a:xfrm>
          <a:prstGeom prst="roundRect">
            <a:avLst>
              <a:gd name="adj" fmla="val 2519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998" cy="164592"/>
          </a:xfrm>
          <a:prstGeom prst="roundRect">
            <a:avLst>
              <a:gd name="adj" fmla="val 4253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5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5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18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Benedictine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