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$1,115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4998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$28,114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35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6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792" cy="164592"/>
          </a:xfrm>
          <a:prstGeom prst="roundRect">
            <a:avLst>
              <a:gd name="adj" fmla="val 67995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60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77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080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2183" cy="164592"/>
          </a:xfrm>
          <a:prstGeom prst="roundRect">
            <a:avLst>
              <a:gd name="adj" fmla="val 4450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Imperial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