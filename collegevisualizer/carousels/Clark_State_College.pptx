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Clark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Clark State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Springfield, OH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3,456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Clark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$8,049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20444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$12,135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32351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$14,490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Clark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$39,584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$32,341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Clark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Clark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71%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29%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08941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4517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002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072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8959" cy="164592"/>
          </a:xfrm>
          <a:prstGeom prst="roundRect">
            <a:avLst>
              <a:gd name="adj" fmla="val 62036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Clark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8904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074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Clark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Clark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