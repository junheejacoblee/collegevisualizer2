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Ana G. Mendez-Gurabo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Gurabo, PR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7,868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$7,750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28702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$7,051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8074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$13,448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$26,223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$23,727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0678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977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309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464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