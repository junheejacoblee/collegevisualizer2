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Waubonsee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Waubonsee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 Grove,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Waubonsee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$10,477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337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278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Waubonsee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$44,788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Waubonsee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Waubonsee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01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73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46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78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88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Waubonsee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867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10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623" cy="164592"/>
          </a:xfrm>
          <a:prstGeom prst="roundRect">
            <a:avLst>
              <a:gd name="adj" fmla="val 6950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Waubonsee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Waubonsee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