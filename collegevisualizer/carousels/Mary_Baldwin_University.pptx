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Baldwin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Staunton,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22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$26,586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893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3346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0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7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7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4975" cy="164592"/>
          </a:xfrm>
          <a:prstGeom prst="roundRect">
            <a:avLst>
              <a:gd name="adj" fmla="val 348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84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8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6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