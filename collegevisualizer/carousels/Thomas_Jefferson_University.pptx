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Jefferson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$28,928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66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316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$77,449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$64,335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673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94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28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46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1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10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476" cy="164592"/>
          </a:xfrm>
          <a:prstGeom prst="roundRect">
            <a:avLst>
              <a:gd name="adj" fmla="val 36044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959" cy="164592"/>
          </a:xfrm>
          <a:prstGeom prst="roundRect">
            <a:avLst>
              <a:gd name="adj" fmla="val 5545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Thomas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