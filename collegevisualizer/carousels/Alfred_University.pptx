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Alfred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Alfred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Alfred,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1,423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Alfred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$41,500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$25,620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4994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862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Alfred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$54,897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$41,703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Alfred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Alfred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3082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902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3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65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0841" cy="164592"/>
          </a:xfrm>
          <a:prstGeom prst="roundRect">
            <a:avLst>
              <a:gd name="adj" fmla="val 3627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Alfred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673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222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983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84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Alfred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Alfred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