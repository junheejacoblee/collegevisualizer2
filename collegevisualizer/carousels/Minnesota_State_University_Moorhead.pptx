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State University Moorhead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Moorhead,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691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$17,997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710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$50,527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$45,873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517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9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9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03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7271" cy="164592"/>
          </a:xfrm>
          <a:prstGeom prst="roundRect">
            <a:avLst>
              <a:gd name="adj" fmla="val 4191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398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575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48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89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Minnesota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