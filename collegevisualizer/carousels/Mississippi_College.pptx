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Clinton, MS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$23,500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653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$27,712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221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$47,485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$42,011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427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573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91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1349" cy="164592"/>
          </a:xfrm>
          <a:prstGeom prst="roundRect">
            <a:avLst>
              <a:gd name="adj" fmla="val 2587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8973" cy="164592"/>
          </a:xfrm>
          <a:prstGeom prst="roundRect">
            <a:avLst>
              <a:gd name="adj" fmla="val 2631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338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295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14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269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Mississippi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Mississippi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