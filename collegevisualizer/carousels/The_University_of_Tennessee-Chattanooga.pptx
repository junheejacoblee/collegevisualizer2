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Tennessee-Chattanooga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Chattanooga,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674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031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$51,151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$42,209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769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517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67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5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32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165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235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592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270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