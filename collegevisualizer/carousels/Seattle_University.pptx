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Seattle, WA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$56,721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251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$19,883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911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$75,272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$64,656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40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446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834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91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832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338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27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36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64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Seattle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