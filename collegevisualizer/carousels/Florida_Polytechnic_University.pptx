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Polytechnic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Lakeland, FL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1,689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$21,005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$11,853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3939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69226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$77,545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20%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80%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114670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1128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311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264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170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8542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Florida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