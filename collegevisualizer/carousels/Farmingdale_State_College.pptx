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65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510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$69,781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705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8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60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3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0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4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7930" cy="164592"/>
          </a:xfrm>
          <a:prstGeom prst="roundRect">
            <a:avLst>
              <a:gd name="adj" fmla="val 2472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Farmingdale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