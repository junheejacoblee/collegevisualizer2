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Lynnwood,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3,656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$10,875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404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$11,010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8563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$11,855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$48,144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$41,063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054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777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22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509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384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0522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17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6228" cy="164592"/>
          </a:xfrm>
          <a:prstGeom prst="roundRect">
            <a:avLst>
              <a:gd name="adj" fmla="val 42418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Edmonds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Edmonds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