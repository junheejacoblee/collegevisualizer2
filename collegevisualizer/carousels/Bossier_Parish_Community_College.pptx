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Bossier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Bossier Parish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Bossier City, LA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4,935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Bossier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$4,283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97126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$10,706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2781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Bossier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$34,502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$26,552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Bossier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Bossier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05520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8704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471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484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5190" cy="164592"/>
          </a:xfrm>
          <a:prstGeom prst="roundRect">
            <a:avLst>
              <a:gd name="adj" fmla="val 3842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Bossier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621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663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4593" cy="164592"/>
          </a:xfrm>
          <a:prstGeom prst="roundRect">
            <a:avLst>
              <a:gd name="adj" fmla="val 29356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Bossier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Bossier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