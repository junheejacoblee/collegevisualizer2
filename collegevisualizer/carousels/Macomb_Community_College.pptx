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Macomb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Macomb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Warren,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13,876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Macomb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$1,618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7671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448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Macomb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$33,875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Macomb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Macomb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22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52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15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19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2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Macomb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96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792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228" cy="164592"/>
          </a:xfrm>
          <a:prstGeom prst="roundRect">
            <a:avLst>
              <a:gd name="adj" fmla="val 7912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Macomb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Macomb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