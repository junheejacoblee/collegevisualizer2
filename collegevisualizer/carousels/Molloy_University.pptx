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Rockville Centre,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$39,790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82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928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$77,789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$78,372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424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24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20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9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7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43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007" cy="164592"/>
          </a:xfrm>
          <a:prstGeom prst="roundRect">
            <a:avLst>
              <a:gd name="adj" fmla="val 7032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007" cy="164592"/>
          </a:xfrm>
          <a:prstGeom prst="roundRect">
            <a:avLst>
              <a:gd name="adj" fmla="val 7032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Molloy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Molloy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