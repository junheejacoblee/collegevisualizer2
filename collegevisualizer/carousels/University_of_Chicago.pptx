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Chicago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Chicago, IL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1554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1554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7,569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$70,662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$14,860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83456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84242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$91,885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$80,870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60704" y="1664208"/>
            <a:ext cx="804672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" y="1664208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993392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93392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06624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06624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46%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65342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71879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38387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97944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96677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81440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7441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3900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