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College of Florida-Manatee-Sarasota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Bradenton,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$11,595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582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976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65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63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5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27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00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7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