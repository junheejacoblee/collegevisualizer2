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University-Oxford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Oxford,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16,656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$41,221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$28,384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326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142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09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6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2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6631" cy="164592"/>
          </a:xfrm>
          <a:prstGeom prst="roundRect">
            <a:avLst>
              <a:gd name="adj" fmla="val 2494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0017" cy="164592"/>
          </a:xfrm>
          <a:prstGeom prst="roundRect">
            <a:avLst>
              <a:gd name="adj" fmla="val 3047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92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0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09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20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