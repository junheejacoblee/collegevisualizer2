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Michigan-Ann Arbor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 Arbor,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34,177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$60,946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$13,138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85548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26974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$83,648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$73,762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73936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73936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2474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397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389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092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648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707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5795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226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945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