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Indianapolis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Indianapolis, IN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3,005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$37,200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$21,602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0450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$26,864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86585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$53,610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$46,452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1112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0928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8267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071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660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0050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156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48229" cy="164592"/>
          </a:xfrm>
          <a:prstGeom prst="roundRect">
            <a:avLst>
              <a:gd name="adj" fmla="val 24675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21278" cy="164592"/>
          </a:xfrm>
          <a:prstGeom prst="roundRect">
            <a:avLst>
              <a:gd name="adj" fmla="val 30159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