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Azusa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Azusa Pacific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Azusa,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2,759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Azusa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$44,458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$22,212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827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$23,219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726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Azusa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$66,677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$56,794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Azusa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Azusa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207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526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552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147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242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Azusa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212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1881" cy="164592"/>
          </a:xfrm>
          <a:prstGeom prst="roundRect">
            <a:avLst>
              <a:gd name="adj" fmla="val 27734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2800" cy="164592"/>
          </a:xfrm>
          <a:prstGeom prst="roundRect">
            <a:avLst>
              <a:gd name="adj" fmla="val 5824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Azusa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Azusa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