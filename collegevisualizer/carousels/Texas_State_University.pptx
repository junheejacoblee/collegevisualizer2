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Texas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Texas State University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San Marcos, TX  ·  Public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89%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1103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55%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89%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Enrollment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1103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36,177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55%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Texas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$22,930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$16,805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2908442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$21,000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3634471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Texas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$56,906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$46,716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+22%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Texas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Texas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59%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41%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3448811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41%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3671827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36%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958088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310949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281672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Texas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16.0%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1580998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7.6%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1019327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4.9%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Science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956920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4.6%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4325112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12064" y="44531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450592" y="4517136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9" name="Shape 27"/>
          <p:cNvSpPr/>
          <p:nvPr/>
        </p:nvSpPr>
        <p:spPr>
          <a:xfrm>
            <a:off x="2450592" y="4517136"/>
            <a:ext cx="499262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0" name="Text 28"/>
          <p:cNvSpPr/>
          <p:nvPr/>
        </p:nvSpPr>
        <p:spPr>
          <a:xfrm>
            <a:off x="5870448" y="44531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2.4%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Texas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Texas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2026-06-11T21:08:34Z</dcterms:created>
  <dcterms:modified xsi:type="dcterms:W3CDTF">2026-06-11T21:08:34Z</dcterms:modified>
</cp:coreProperties>
</file>