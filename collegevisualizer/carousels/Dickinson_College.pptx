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Dickinson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Dickinson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Carlisle,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Dickinson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$65,650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$37,607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331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485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Dickinson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$70,204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$57,110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Dickinson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Dickinson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12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746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93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81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51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Dickinson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288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947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24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Dickinson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Dickinson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