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Wisconsin-Eau Claire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Eau Claire, WI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8,895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$19,228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64944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$16,550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14116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$20,909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$58,561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$50,011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9345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117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60062" cy="164592"/>
          </a:xfrm>
          <a:prstGeom prst="roundRect">
            <a:avLst>
              <a:gd name="adj" fmla="val 22851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48839" cy="164592"/>
          </a:xfrm>
          <a:prstGeom prst="roundRect">
            <a:avLst>
              <a:gd name="adj" fmla="val 24574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52215" cy="164592"/>
          </a:xfrm>
          <a:prstGeom prst="roundRect">
            <a:avLst>
              <a:gd name="adj" fmla="val 70049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85380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71624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7918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6514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