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Wichita, KS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10,780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$19,869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84634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$13,194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416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$51,532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$44,043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580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876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74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423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291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703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961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910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2275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Wichita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Wichita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