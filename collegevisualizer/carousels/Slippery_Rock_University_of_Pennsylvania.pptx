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Slippery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Slippery Rock University of Pennsylvania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Slippery Rock,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296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125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$53,032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169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95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5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41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712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35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964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52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Slippery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Slippery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