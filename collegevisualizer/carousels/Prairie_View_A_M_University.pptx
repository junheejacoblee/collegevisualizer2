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Prairie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Prairie View A &amp; M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Prairie View,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8,877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Prairie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$26,874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4997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$13,570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9453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Prairie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$45,411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$36,350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Prairie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Prairie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83723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591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817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5667" cy="164592"/>
          </a:xfrm>
          <a:prstGeom prst="roundRect">
            <a:avLst>
              <a:gd name="adj" fmla="val 65705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Prairie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3065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9269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131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255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Prairie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Prairie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