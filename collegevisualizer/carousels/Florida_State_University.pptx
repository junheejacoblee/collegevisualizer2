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Florida</a:t>
            </a:r>
            <a:endParaRPr lang="en-US" sz="56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Florida State University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Tallahassee, FL  ·  Public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24%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1361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86%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24%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Highly Selective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1361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32,212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86%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Florida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$18,786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$11,297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2386463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$18,000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3802455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Florida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$61,675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$49,814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+24%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Florida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585216" cy="347472"/>
          </a:xfrm>
          <a:prstGeom prst="roundRect">
            <a:avLst>
              <a:gd name="adj" fmla="val 15789"/>
            </a:avLst>
          </a:prstGeom>
          <a:solidFill>
            <a:srgbClr val="384A5E"/>
          </a:solidFill>
          <a:ln w="12700">
            <a:solidFill>
              <a:srgbClr val="F8CDC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47472" y="1664208"/>
            <a:ext cx="5852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1060704" y="1664208"/>
            <a:ext cx="585216" cy="347472"/>
          </a:xfrm>
          <a:prstGeom prst="roundRect">
            <a:avLst>
              <a:gd name="adj" fmla="val 15789"/>
            </a:avLst>
          </a:prstGeom>
          <a:solidFill>
            <a:srgbClr val="384A5E"/>
          </a:solidFill>
          <a:ln w="12700">
            <a:solidFill>
              <a:srgbClr val="F8CDC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60704" y="1664208"/>
            <a:ext cx="5852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RD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1773936" y="1664208"/>
            <a:ext cx="1133856" cy="347472"/>
          </a:xfrm>
          <a:prstGeom prst="roundRect">
            <a:avLst>
              <a:gd name="adj" fmla="val 15789"/>
            </a:avLst>
          </a:prstGeom>
          <a:solidFill>
            <a:srgbClr val="384A5E"/>
          </a:solidFill>
          <a:ln w="12700">
            <a:solidFill>
              <a:srgbClr val="F8CDC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773936" y="1664208"/>
            <a:ext cx="11338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Rolling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9" name="Text 27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31" name="Text 29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Florida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56%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44%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255182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58%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1690368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519282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319060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272245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Florida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22.7%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Science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2096755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14.3%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1143685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7.8%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64515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4.4%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4325112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12064" y="44531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450592" y="4517136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9" name="Shape 27"/>
          <p:cNvSpPr/>
          <p:nvPr/>
        </p:nvSpPr>
        <p:spPr>
          <a:xfrm>
            <a:off x="2450592" y="4517136"/>
            <a:ext cx="64515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0" name="Text 28"/>
          <p:cNvSpPr/>
          <p:nvPr/>
        </p:nvSpPr>
        <p:spPr>
          <a:xfrm>
            <a:off x="5870448" y="44531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4.4%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Florida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Florida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2026-06-11T21:08:34Z</dcterms:created>
  <dcterms:modified xsi:type="dcterms:W3CDTF">2026-06-11T21:08:34Z</dcterms:modified>
</cp:coreProperties>
</file>