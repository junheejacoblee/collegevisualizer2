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Presbyterian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Presbyterian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Clinton, SC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Presbyterian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$44,910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$20,528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81396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29750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Presbyterian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$60,194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$44,387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Presbyterian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Presbyterian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89864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2046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921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639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5190" cy="164592"/>
          </a:xfrm>
          <a:prstGeom prst="roundRect">
            <a:avLst>
              <a:gd name="adj" fmla="val 56107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Presbyterian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4303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839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38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Presbyterian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Presbyterian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