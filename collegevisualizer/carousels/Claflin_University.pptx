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Claflin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Claflin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Orangeburg, SC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Claflin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017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$17,800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3583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Claflin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$40,304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$29,227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Claflin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Claflin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911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1746" cy="164592"/>
          </a:xfrm>
          <a:prstGeom prst="roundRect">
            <a:avLst>
              <a:gd name="adj" fmla="val 32731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Claflin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850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817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488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84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Claflin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Claflin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