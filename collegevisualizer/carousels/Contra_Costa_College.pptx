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Costa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Pablo,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493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98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24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45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8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89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4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3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7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6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