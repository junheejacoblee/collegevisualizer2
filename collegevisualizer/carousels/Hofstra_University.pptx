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Hofstra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Hofstra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Hempstead,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Hofstra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$57,660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$34,176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5219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$23,621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2573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Hofstra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$69,039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$52,131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Hofstra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Hofstra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311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780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866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141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254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Hofstra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705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352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151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377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Hofstra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Hofstra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