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$66,162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$30,915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543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545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$92,538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$78,413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73936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95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246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852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05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17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887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372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42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