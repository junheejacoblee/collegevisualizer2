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Cleveland, TN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2,617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$23,790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66642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$18,878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90940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$25,750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$43,222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$38,082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3113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163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049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03537" cy="164592"/>
          </a:xfrm>
          <a:prstGeom prst="roundRect">
            <a:avLst>
              <a:gd name="adj" fmla="val 35327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77523" cy="164592"/>
          </a:xfrm>
          <a:prstGeom prst="roundRect">
            <a:avLst>
              <a:gd name="adj" fmla="val 47181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1543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049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698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828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