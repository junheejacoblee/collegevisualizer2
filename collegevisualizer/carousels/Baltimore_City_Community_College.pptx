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City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354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$27,972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079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7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5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5864" cy="164592"/>
          </a:xfrm>
          <a:prstGeom prst="roundRect">
            <a:avLst>
              <a:gd name="adj" fmla="val 2346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8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461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105" cy="164592"/>
          </a:xfrm>
          <a:prstGeom prst="roundRect">
            <a:avLst>
              <a:gd name="adj" fmla="val 3096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Baltimore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