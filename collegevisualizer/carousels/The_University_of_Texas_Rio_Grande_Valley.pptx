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Texas Rio Grande Valley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Edinburg,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28,666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$19,827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$4,831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669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920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$49,620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51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7721" cy="164592"/>
          </a:xfrm>
          <a:prstGeom prst="roundRect">
            <a:avLst>
              <a:gd name="adj" fmla="val 41696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200" cy="164592"/>
          </a:xfrm>
          <a:prstGeom prst="roundRect">
            <a:avLst>
              <a:gd name="adj" fmla="val 7749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700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77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80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21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