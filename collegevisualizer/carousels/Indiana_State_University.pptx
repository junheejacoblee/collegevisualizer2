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Terre Haute, IN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6,188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$22,322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69103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$10,873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79789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$48,387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$41,047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2909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0758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678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937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97068" cy="164592"/>
          </a:xfrm>
          <a:prstGeom prst="roundRect">
            <a:avLst>
              <a:gd name="adj" fmla="val 37681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6842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2270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527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92030" cy="164592"/>
          </a:xfrm>
          <a:prstGeom prst="roundRect">
            <a:avLst>
              <a:gd name="adj" fmla="val 39744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Indiana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