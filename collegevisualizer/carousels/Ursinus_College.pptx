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Collegeville,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97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505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$73,721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22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57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6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1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0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26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00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198" cy="164592"/>
          </a:xfrm>
          <a:prstGeom prst="roundRect">
            <a:avLst>
              <a:gd name="adj" fmla="val 5787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Ursinus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Ursinus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