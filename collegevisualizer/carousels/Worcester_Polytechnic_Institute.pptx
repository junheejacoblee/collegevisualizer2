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Worcester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Worcester Polytechnic Institute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Worcester, MA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5,447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Worcester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$60,965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$43,071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80369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75755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Worcester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$103,470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$85,038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Worcester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Worcester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33%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67%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188702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164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507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340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745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Worcester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0880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8238" cy="164592"/>
          </a:xfrm>
          <a:prstGeom prst="roundRect">
            <a:avLst>
              <a:gd name="adj" fmla="val 75824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Worcester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Worcester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