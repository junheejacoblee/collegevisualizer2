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Missouri-Kansas City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City,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$30,227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4746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616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$59,637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18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206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868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197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249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849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396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88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207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