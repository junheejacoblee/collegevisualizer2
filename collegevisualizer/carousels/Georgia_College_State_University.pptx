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Georgia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Georgia College &amp;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Milledgeville, GA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1163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1163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5,947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Georgia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$29,512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$20,686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78165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$22,250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99197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Georgia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$58,140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$50,644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Georgia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Georgia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4621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6217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57946" cy="164592"/>
          </a:xfrm>
          <a:prstGeom prst="roundRect">
            <a:avLst>
              <a:gd name="adj" fmla="val 23157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57443" cy="164592"/>
          </a:xfrm>
          <a:prstGeom prst="roundRect">
            <a:avLst>
              <a:gd name="adj" fmla="val 23231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91549" cy="164592"/>
          </a:xfrm>
          <a:prstGeom prst="roundRect">
            <a:avLst>
              <a:gd name="adj" fmla="val 3995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Georgia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1647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5087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7538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253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Georgia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Georgia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