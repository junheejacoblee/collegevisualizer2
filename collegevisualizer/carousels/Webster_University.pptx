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Webster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Webster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Louis, MO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Webster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$31,750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$27,047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8065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7481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Webster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$50,876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$39,656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Webster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Webster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1605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152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944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85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25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Webster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938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844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375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438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Webster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Webster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