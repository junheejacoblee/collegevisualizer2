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Marist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Poughkeepsie,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5271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777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$77,819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$62,546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653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27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83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22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8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00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6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8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5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