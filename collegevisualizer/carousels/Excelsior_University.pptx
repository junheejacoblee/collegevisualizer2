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Excelsior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Excelsior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Albany,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Excelsior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$13,769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Excelsior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$78,493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$63,796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Excelsior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Excelsior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632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546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540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64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82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Excelsior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013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5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7590" cy="164592"/>
          </a:xfrm>
          <a:prstGeom prst="roundRect">
            <a:avLst>
              <a:gd name="adj" fmla="val 4175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Excelsior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Excelsior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