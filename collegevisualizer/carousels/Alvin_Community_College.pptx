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Community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Alvin, TX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3,342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$4,402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0491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$8,525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$4,519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10365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$45,762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$38,693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8272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13864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65673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1232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28.8%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717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520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Alvin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Alvin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