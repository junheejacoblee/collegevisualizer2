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Tech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Russellville,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7719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101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$41,766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040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115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6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24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237" cy="164592"/>
          </a:xfrm>
          <a:prstGeom prst="roundRect">
            <a:avLst>
              <a:gd name="adj" fmla="val 3201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57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077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93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5270" cy="164592"/>
          </a:xfrm>
          <a:prstGeom prst="roundRect">
            <a:avLst>
              <a:gd name="adj" fmla="val 31731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Arkansas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Arkansas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