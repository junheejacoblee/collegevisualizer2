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172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268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80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97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24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5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4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9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48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0637" cy="164592"/>
          </a:xfrm>
          <a:prstGeom prst="roundRect">
            <a:avLst>
              <a:gd name="adj" fmla="val 2600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Evergreen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Evergreen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