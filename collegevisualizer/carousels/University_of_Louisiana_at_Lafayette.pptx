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Louisiana at Lafayette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237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$22,902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640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76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3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93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7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4886" cy="164592"/>
          </a:xfrm>
          <a:prstGeom prst="roundRect">
            <a:avLst>
              <a:gd name="adj" fmla="val 2361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39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05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7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1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