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Ashland,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55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661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$58,448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72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312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1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7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799" cy="164592"/>
          </a:xfrm>
          <a:prstGeom prst="roundRect">
            <a:avLst>
              <a:gd name="adj" fmla="val 230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5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045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24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74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Randolph-Macon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Randolph-Macon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