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$65,910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313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7225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$124,080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$102,887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94944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043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931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219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651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842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70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724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944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81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Stanford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