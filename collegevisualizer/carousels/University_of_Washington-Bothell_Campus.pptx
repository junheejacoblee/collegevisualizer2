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Washington-Bothell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Bothell,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$43,155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$12,319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328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$14,615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439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$78,466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$62,979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4646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182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616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556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901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952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451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823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46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