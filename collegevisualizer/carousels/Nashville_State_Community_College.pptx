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$6,777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182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$9,595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495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$38,519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485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561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19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80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72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008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186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Nashville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