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Pennsylvania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Philadelphia,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10,650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$68,686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$28,699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65815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$15,715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90797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$111,371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$90,555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8909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0036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6582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3218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706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736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2189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729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0729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