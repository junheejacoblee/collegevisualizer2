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Seminole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Seminole State College of Florida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Sanford,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12,864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Seminole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$11,447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$8,970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0975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$11,047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82982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Seminole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$41,733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$35,589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Seminole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Seminole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7054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4521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269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953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593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Seminole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983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967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Seminole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Seminole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