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Moines Area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Ankeny, IA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10,446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3766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$11,171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0774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$41,018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$39,349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388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370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549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44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12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46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100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