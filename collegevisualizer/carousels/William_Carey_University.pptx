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Carey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Hattiesburg, MS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$15,480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4894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$14,258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1614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$20,832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$43,087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$37,639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2448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232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119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7069" cy="164592"/>
          </a:xfrm>
          <a:prstGeom prst="roundRect">
            <a:avLst>
              <a:gd name="adj" fmla="val 47459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941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3501" cy="164592"/>
          </a:xfrm>
          <a:prstGeom prst="roundRect">
            <a:avLst>
              <a:gd name="adj" fmla="val 22371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63501" cy="164592"/>
          </a:xfrm>
          <a:prstGeom prst="roundRect">
            <a:avLst>
              <a:gd name="adj" fmla="val 22371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