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Rico-Carolina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Carolina,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482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861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$30,626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41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5499" cy="164592"/>
          </a:xfrm>
          <a:prstGeom prst="roundRect">
            <a:avLst>
              <a:gd name="adj" fmla="val 29144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