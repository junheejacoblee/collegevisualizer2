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$62,396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790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$14,768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392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$143,372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$131,633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919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094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63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08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07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047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4266" cy="164592"/>
          </a:xfrm>
          <a:prstGeom prst="roundRect">
            <a:avLst>
              <a:gd name="adj" fmla="val 25353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2742" cy="164592"/>
          </a:xfrm>
          <a:prstGeom prst="roundRect">
            <a:avLst>
              <a:gd name="adj" fmla="val 3943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