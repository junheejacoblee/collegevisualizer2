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Dakota State University-Main Campus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Fargo, ND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9,471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$15,764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69664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$15,543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65883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$23,199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$62,203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$54,312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97807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3333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8468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6929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87873" cy="164592"/>
          </a:xfrm>
          <a:prstGeom prst="roundRect">
            <a:avLst>
              <a:gd name="adj" fmla="val 41624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22435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14317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8450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409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