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City,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953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616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$34,333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$28,676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92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016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64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90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856" cy="164592"/>
          </a:xfrm>
          <a:prstGeom prst="roundRect">
            <a:avLst>
              <a:gd name="adj" fmla="val 302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63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14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9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3137" cy="164592"/>
          </a:xfrm>
          <a:prstGeom prst="roundRect">
            <a:avLst>
              <a:gd name="adj" fmla="val 2747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