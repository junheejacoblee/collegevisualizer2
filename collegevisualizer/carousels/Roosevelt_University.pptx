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Roosevelt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Roosevelt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Roosevelt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$21,315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4493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$20,194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427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Roosevelt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$48,712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Roosevelt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Roosevelt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464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61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73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999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150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Roosevelt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998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428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4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1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Roosevelt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Roosevelt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