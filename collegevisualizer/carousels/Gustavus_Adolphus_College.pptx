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Adolphus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Peter,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06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947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$65,607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77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4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6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6166" cy="164592"/>
          </a:xfrm>
          <a:prstGeom prst="roundRect">
            <a:avLst>
              <a:gd name="adj" fmla="val 2899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755" cy="164592"/>
          </a:xfrm>
          <a:prstGeom prst="roundRect">
            <a:avLst>
              <a:gd name="adj" fmla="val 310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0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0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38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16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Gustavus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