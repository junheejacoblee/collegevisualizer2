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Bellevue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Bellevue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Bellevue, WA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7,364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Bellevue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$10,502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36785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$11,430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66544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$12,375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Bellevue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$56,310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$47,460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Bellevue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Bellevue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0098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8533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2214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1508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7657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Bellevue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981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2189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25601" cy="164592"/>
          </a:xfrm>
          <a:prstGeom prst="roundRect">
            <a:avLst>
              <a:gd name="adj" fmla="val 29121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Bellevue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Bellevue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