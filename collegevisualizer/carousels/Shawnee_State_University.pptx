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Portsmouth,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950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13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93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7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5137" cy="164592"/>
          </a:xfrm>
          <a:prstGeom prst="roundRect">
            <a:avLst>
              <a:gd name="adj" fmla="val 3176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4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5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17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40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Shawnee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Shawnee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