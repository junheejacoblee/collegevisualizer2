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County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$15,540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7933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8369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$37,658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351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47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404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05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574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439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54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202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2368" cy="164592"/>
          </a:xfrm>
          <a:prstGeom prst="roundRect">
            <a:avLst>
              <a:gd name="adj" fmla="val 2989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Delaware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Delaware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