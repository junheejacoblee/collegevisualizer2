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Washington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Ellensburg,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7,833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$27,526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$18,476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6373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1136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$61,580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$49,398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0097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218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133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30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16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733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641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47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091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