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Henderson, NV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$21,833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$14,068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70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$19,691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791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$47,092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5734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739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77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433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32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90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8306" cy="164592"/>
          </a:xfrm>
          <a:prstGeom prst="roundRect">
            <a:avLst>
              <a:gd name="adj" fmla="val 28507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Nevada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Nevada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