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Lauderdale,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24,922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490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518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67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13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5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88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0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573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7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