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Bemidji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Bemidji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Bemidji,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Bemidji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$10,237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569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6649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Bemidji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$53,755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$47,469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Bemidji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Bemidji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69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29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79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63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2384" cy="164592"/>
          </a:xfrm>
          <a:prstGeom prst="roundRect">
            <a:avLst>
              <a:gd name="adj" fmla="val 3959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Bemidji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561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09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03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7565" cy="164592"/>
          </a:xfrm>
          <a:prstGeom prst="roundRect">
            <a:avLst>
              <a:gd name="adj" fmla="val 2478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Bemidji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Bemidji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