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Ouachita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Ouachita Baptist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Arkadelphia, AR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Ouachita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$34,500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$22,409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7768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2135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Ouachita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$51,673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$41,697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Ouachita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Ouachita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0996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48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866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95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1353" cy="164592"/>
          </a:xfrm>
          <a:prstGeom prst="roundRect">
            <a:avLst>
              <a:gd name="adj" fmla="val 5961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Ouachita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686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045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390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655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Ouachita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Ouachita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