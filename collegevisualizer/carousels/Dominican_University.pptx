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Dominican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Dominican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River Forest, IL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2,561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Dominican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$38,978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$11,745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19580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$24,411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8537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Dominican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$60,327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$47,907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Dominican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Dominican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02912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913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513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828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1164" cy="164592"/>
          </a:xfrm>
          <a:prstGeom prst="roundRect">
            <a:avLst>
              <a:gd name="adj" fmla="val 598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Dominican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181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663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680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421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Dominican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Dominican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