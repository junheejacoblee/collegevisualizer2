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Rico-Arecibo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Arecibo,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886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750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83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424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1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