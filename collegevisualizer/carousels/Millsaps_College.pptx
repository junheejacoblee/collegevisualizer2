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Jackson, MS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$44,680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23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981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296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4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0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980" cy="164592"/>
          </a:xfrm>
          <a:prstGeom prst="roundRect">
            <a:avLst>
              <a:gd name="adj" fmla="val 3517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9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9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Millsaps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Millsaps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