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Annandale-On-Hudson,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$66,436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697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487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67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94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945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4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2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4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