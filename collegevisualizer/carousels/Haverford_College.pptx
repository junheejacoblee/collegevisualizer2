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Haverford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Haverford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Haverford, PA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1,430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Haverford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$70,688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$25,314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42115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$13,621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76469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Haverford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$79,966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$53,353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Haverford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Haverford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9982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0927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685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8681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724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Haverford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8856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285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Haverford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Haverford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