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Spartanburg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Spartanburg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Spartanburg, SC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Spartanburg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$10,135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94171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4516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Spartanburg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$37,097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$33,460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Spartanburg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Spartanburg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9867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135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398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180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29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Spartanburg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249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846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Spartanburg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Spartanburg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