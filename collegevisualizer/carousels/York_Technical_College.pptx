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York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York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 Hill,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$13,340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$5,931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6440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824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$37,257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650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271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172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179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7969" cy="164592"/>
          </a:xfrm>
          <a:prstGeom prst="roundRect">
            <a:avLst>
              <a:gd name="adj" fmla="val 3100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807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267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York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