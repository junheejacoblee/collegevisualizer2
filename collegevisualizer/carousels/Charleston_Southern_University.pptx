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Charleston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Charleston Southern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Charleston, SC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2,893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Charleston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$32,520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$21,666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64395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$26,471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23032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Charleston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$45,898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$40,606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Charleston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Charleston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2504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2398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077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301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88607" cy="164592"/>
          </a:xfrm>
          <a:prstGeom prst="roundRect">
            <a:avLst>
              <a:gd name="adj" fmla="val 41279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Charleston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0227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509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434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717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Charleston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Charleston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