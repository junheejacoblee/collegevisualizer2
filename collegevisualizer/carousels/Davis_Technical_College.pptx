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Kaysville,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$13,410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2703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63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304" cy="164592"/>
          </a:xfrm>
          <a:prstGeom prst="roundRect">
            <a:avLst>
              <a:gd name="adj" fmla="val 2325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5940" cy="164592"/>
          </a:xfrm>
          <a:prstGeom prst="roundRect">
            <a:avLst>
              <a:gd name="adj" fmla="val 481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860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9185" cy="164592"/>
          </a:xfrm>
          <a:prstGeom prst="roundRect">
            <a:avLst>
              <a:gd name="adj" fmla="val 2297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