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American University of Puerto Rico-Guayama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Guayama,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145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916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$25,827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995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677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