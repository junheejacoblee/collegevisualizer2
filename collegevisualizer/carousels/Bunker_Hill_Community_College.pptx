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Bunker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Bunker Hill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8,612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Bunker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$11,112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$7,818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9209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4992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Bunker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$47,618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$39,847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Bunker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Bunker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366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303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854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786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576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Bunker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785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133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49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66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Bunker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Bunker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