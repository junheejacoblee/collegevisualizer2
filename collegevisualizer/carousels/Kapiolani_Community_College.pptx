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Kapiolani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Kapiolani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Honolulu, HI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3,910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Kapiolani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$8,420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62062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$5,202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3687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$9,229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Kapiolani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$44,599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$38,265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Kapiolani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Kapiolani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5548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6231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4245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0375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940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Kapiolani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7836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733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Kapiolani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Kapiolani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