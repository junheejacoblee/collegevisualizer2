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California-Santa Cruz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Cruz,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17,940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$50,205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$17,890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4141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$16,666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173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$68,396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592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891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3023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035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98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82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272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98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1679" cy="164592"/>
          </a:xfrm>
          <a:prstGeom prst="roundRect">
            <a:avLst>
              <a:gd name="adj" fmla="val 4478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