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Mawr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Mawr,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$31,759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19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050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$75,217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8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5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5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7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3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3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Bryn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