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Suffern,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137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$8,497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888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57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32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25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02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7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15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1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1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9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