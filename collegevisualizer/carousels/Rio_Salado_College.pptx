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Salado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420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843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38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81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80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3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6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84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82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