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Bakersfield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Bakersfield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Bakersfield,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17,280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Bakersfield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$11,300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0670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$14,621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$8,312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25608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Bakersfield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$37,291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$29,867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Bakersfield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Bakersfield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7199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837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198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212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978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Bakersfield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9585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9230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177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698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Bakersfield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Bakersfield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