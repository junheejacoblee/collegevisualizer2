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New York City College of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Brooklyn,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13,580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$15,282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314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$10,533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352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$49,365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$39,982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72125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889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1510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908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74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895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665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