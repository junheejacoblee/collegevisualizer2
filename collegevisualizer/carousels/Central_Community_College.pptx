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Island, NE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$4,800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834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8782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$7,992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$39,429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85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43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91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1926" cy="164592"/>
          </a:xfrm>
          <a:prstGeom prst="roundRect">
            <a:avLst>
              <a:gd name="adj" fmla="val 4464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40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6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