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Rutgers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Rutgers University-Camden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Camden, NJ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3,753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Rutgers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$37,276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$18,745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9563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8894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Rutgers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$74,479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$61,263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Rutgers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Rutgers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7547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526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1822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651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963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Rutgers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923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119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360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19259" cy="164592"/>
          </a:xfrm>
          <a:prstGeom prst="roundRect">
            <a:avLst>
              <a:gd name="adj" fmla="val 3066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Rutgers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Rutgers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