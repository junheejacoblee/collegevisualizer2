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Maine at Presque Isle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Presque Isle, ME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862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$7,035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48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$33,793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32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29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930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99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3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5563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8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9098" cy="164592"/>
          </a:xfrm>
          <a:prstGeom prst="roundRect">
            <a:avLst>
              <a:gd name="adj" fmla="val 2629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