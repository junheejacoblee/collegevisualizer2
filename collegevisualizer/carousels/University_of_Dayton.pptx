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Dayton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Dayton, OH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7,682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$49,140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$29,533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8505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87764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$75,537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$62,477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74328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524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580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877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1251" cy="164592"/>
          </a:xfrm>
          <a:prstGeom prst="roundRect">
            <a:avLst>
              <a:gd name="adj" fmla="val 4008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977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863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430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921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