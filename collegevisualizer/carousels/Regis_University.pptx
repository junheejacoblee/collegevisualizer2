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Denver, CO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2,627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$46,340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$18,397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7549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4096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$72,105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$64,557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659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483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682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172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93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40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117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0308" cy="164592"/>
          </a:xfrm>
          <a:prstGeom prst="roundRect">
            <a:avLst>
              <a:gd name="adj" fmla="val 2606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40308" cy="164592"/>
          </a:xfrm>
          <a:prstGeom prst="roundRect">
            <a:avLst>
              <a:gd name="adj" fmla="val 2606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