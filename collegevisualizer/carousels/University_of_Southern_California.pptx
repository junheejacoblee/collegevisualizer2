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Southern California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20,443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$72,097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0213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907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$92,498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$74,461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50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92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47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50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33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512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95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24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7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