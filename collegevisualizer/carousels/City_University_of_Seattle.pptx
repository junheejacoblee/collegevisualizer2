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University of Seattle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Seattle, WA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$69,460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$56,195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337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08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42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56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4545" cy="164592"/>
          </a:xfrm>
          <a:prstGeom prst="roundRect">
            <a:avLst>
              <a:gd name="adj" fmla="val 2530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31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582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