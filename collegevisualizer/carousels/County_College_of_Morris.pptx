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County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County College of Morris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Randolph, NJ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5,360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$14,310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$8,895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6679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9590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$50,243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$40,215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87024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3249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917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713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448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153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977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679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County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