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Weber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Ogden,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202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$15,113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184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$56,287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$47,061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86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33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3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1889" cy="164592"/>
          </a:xfrm>
          <a:prstGeom prst="roundRect">
            <a:avLst>
              <a:gd name="adj" fmla="val 3000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0106" cy="164592"/>
          </a:xfrm>
          <a:prstGeom prst="roundRect">
            <a:avLst>
              <a:gd name="adj" fmla="val 3045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878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0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8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9373" cy="164592"/>
          </a:xfrm>
          <a:prstGeom prst="roundRect">
            <a:avLst>
              <a:gd name="adj" fmla="val 2827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