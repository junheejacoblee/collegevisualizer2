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Gulf Coast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Myers,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21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$17,622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793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53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35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2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8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092" cy="164592"/>
          </a:xfrm>
          <a:prstGeom prst="roundRect">
            <a:avLst>
              <a:gd name="adj" fmla="val 245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9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5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39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8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