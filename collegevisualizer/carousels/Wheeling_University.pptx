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Wheeling, WV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35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75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$57,949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131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6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0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930" cy="164592"/>
          </a:xfrm>
          <a:prstGeom prst="roundRect">
            <a:avLst>
              <a:gd name="adj" fmla="val 6313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7930" cy="164592"/>
          </a:xfrm>
          <a:prstGeom prst="roundRect">
            <a:avLst>
              <a:gd name="adj" fmla="val 631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64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5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7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