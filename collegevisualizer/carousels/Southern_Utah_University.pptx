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Utah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Cedar City, UT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9,289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$21,192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$10,462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5915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4079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$50,296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$41,147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0358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102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1609" cy="164592"/>
          </a:xfrm>
          <a:prstGeom prst="roundRect">
            <a:avLst>
              <a:gd name="adj" fmla="val 3277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0322" cy="164592"/>
          </a:xfrm>
          <a:prstGeom prst="roundRect">
            <a:avLst>
              <a:gd name="adj" fmla="val 40495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909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942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967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471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