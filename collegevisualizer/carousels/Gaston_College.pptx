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038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66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88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79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2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0507" cy="164592"/>
          </a:xfrm>
          <a:prstGeom prst="roundRect">
            <a:avLst>
              <a:gd name="adj" fmla="val 454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9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48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964" cy="164592"/>
          </a:xfrm>
          <a:prstGeom prst="roundRect">
            <a:avLst>
              <a:gd name="adj" fmla="val 4879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