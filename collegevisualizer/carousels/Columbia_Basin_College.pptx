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Basin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Pasco,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197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257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$14,829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18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94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58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6037" cy="164592"/>
          </a:xfrm>
          <a:prstGeom prst="roundRect">
            <a:avLst>
              <a:gd name="adj" fmla="val 2344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9226" cy="164592"/>
          </a:xfrm>
          <a:prstGeom prst="roundRect">
            <a:avLst>
              <a:gd name="adj" fmla="val 3348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74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5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