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 Area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282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816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865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32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1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6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0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765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5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90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6148" cy="164592"/>
          </a:xfrm>
          <a:prstGeom prst="roundRect">
            <a:avLst>
              <a:gd name="adj" fmla="val 2342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Harrisburg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