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Roberts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Tulsa, OK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379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208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14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90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40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45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5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89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2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7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7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