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Cincinnati-Main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29,882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726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771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60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2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3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2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59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4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77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05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3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