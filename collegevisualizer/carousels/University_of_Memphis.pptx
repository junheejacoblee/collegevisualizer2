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Memphis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Memphis,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202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114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$48,458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$40,921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37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86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39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3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40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525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72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8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9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