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Waltham,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31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950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$77,231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$52,967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02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7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02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4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8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9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43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3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Brandeis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