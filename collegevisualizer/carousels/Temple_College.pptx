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374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084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$12,813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04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06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33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8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5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87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3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0775" cy="164592"/>
          </a:xfrm>
          <a:prstGeom prst="roundRect">
            <a:avLst>
              <a:gd name="adj" fmla="val 4029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