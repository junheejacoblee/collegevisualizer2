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City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12,505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$15,290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$3,776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98005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$11,990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1198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$66,039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$46,435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7169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530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942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066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029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268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802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802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839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