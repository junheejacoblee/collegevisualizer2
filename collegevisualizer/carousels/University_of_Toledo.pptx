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Toledo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Toledo,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4245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765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$50,632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$44,162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687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78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43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34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7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164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528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8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3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