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Hardin-Simmons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Hardin-Simmons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Hardin-Simmons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544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$24,711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752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Hardin-Simmons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$54,771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Hardin-Simmons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Hardin-Simmons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737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480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931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6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4971" cy="164592"/>
          </a:xfrm>
          <a:prstGeom prst="roundRect">
            <a:avLst>
              <a:gd name="adj" fmla="val 3851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Hardin-Simmons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898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046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4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4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Hardin-Simmons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Hardin-Simmons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