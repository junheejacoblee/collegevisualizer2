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Houston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Huntsville,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17,743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$19,068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422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$16,404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613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$21,983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$54,211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62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204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77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6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13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251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1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07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04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