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Northwest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Northwest Mississippi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Senatobia, MS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5,452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Northwest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$3,740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87614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$7,911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26067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Northwest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$36,396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$31,370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Northwest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Northwest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0591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3384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271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496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3406" cy="164592"/>
          </a:xfrm>
          <a:prstGeom prst="roundRect">
            <a:avLst>
              <a:gd name="adj" fmla="val 35371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Northwest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4491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471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Northwest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Northwest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