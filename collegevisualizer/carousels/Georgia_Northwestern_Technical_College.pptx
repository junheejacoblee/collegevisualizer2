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Northwestern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Rome,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$5,868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2671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352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$6,421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$35,759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827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818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935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64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664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33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9679" cy="164592"/>
          </a:xfrm>
          <a:prstGeom prst="roundRect">
            <a:avLst>
              <a:gd name="adj" fmla="val 2820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