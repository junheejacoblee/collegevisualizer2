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Louisiana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Lafayette, LA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5,035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$4,210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32978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$12,564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744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$31,432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$29,580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131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9869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75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90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5842" cy="164592"/>
          </a:xfrm>
          <a:prstGeom prst="roundRect">
            <a:avLst>
              <a:gd name="adj" fmla="val 2507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497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675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