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Blinn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Blinn College District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Brenham,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15,535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$11,370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2363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$10,844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74211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$46,318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$38,017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1546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7937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609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903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823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2684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295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198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799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Blinn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