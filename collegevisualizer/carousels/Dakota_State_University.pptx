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Madison, SD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541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559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0713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3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5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809" cy="164592"/>
          </a:xfrm>
          <a:prstGeom prst="roundRect">
            <a:avLst>
              <a:gd name="adj" fmla="val 250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576" cy="164592"/>
          </a:xfrm>
          <a:prstGeom prst="roundRect">
            <a:avLst>
              <a:gd name="adj" fmla="val 2678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759" cy="164592"/>
          </a:xfrm>
          <a:prstGeom prst="roundRect">
            <a:avLst>
              <a:gd name="adj" fmla="val 5562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Dakota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Dakota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