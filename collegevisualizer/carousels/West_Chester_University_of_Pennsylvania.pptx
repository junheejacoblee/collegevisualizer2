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Chester University of Pennsylvania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Chester,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14,164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$22,599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81634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$23,331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3995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$61,258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$51,013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7692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898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39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89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4467" cy="164592"/>
          </a:xfrm>
          <a:prstGeom prst="roundRect">
            <a:avLst>
              <a:gd name="adj" fmla="val 2223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944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50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367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719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