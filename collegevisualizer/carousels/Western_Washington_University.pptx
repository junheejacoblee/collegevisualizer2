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Washington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Bellingham, WA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13,544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$28,707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$21,193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2975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5746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$62,569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$45,272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9924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790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073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12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7684" cy="164592"/>
          </a:xfrm>
          <a:prstGeom prst="roundRect">
            <a:avLst>
              <a:gd name="adj" fmla="val 3108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970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840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130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3816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