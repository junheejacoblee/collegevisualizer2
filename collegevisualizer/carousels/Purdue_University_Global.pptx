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University Global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Lafayette, IN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30,828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931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824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$26,078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67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340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49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47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334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657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Purdue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Purdue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