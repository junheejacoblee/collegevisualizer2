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Morehead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Morehead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Morehead, KY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4,578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Morehead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718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$9,793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466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Morehead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$43,197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$37,131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Morehead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Morehead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293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13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9210" cy="164592"/>
          </a:xfrm>
          <a:prstGeom prst="roundRect">
            <a:avLst>
              <a:gd name="adj" fmla="val 22973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2763" cy="164592"/>
          </a:xfrm>
          <a:prstGeom prst="roundRect">
            <a:avLst>
              <a:gd name="adj" fmla="val 23943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Morehead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543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69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002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581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Morehead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Morehead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