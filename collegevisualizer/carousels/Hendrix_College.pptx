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Conway, AR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087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$26,688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725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$60,376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$39,913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461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949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59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0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6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068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58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Hendrix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Hendrix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