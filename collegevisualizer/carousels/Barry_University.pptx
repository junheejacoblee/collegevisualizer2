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Barry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Barry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Miami, FL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77%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2,212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Barry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$34,350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$22,613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612507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$26,997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118995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Barry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$55,966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$47,637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Barry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Barry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62%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38%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192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99229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32764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39186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15803" cy="164592"/>
          </a:xfrm>
          <a:prstGeom prst="roundRect">
            <a:avLst>
              <a:gd name="adj" fmla="val 31585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Barry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22.2%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833651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80961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584722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0.2%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Barry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Barry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2026-06-11T21:08:36Z</dcterms:created>
  <dcterms:modified xsi:type="dcterms:W3CDTF">2026-06-11T21:08:36Z</dcterms:modified>
</cp:coreProperties>
</file>