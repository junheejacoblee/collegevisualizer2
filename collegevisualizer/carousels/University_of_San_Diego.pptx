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San Diego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$59,486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$30,365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2574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$22,940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303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$86,522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$64,995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25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6804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417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75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91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264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20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1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0097" cy="164592"/>
          </a:xfrm>
          <a:prstGeom prst="roundRect">
            <a:avLst>
              <a:gd name="adj" fmla="val 3045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