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Fisk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Fisk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$25,858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0479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$32,020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463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575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9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6020" cy="164592"/>
          </a:xfrm>
          <a:prstGeom prst="roundRect">
            <a:avLst>
              <a:gd name="adj" fmla="val 55401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18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66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24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