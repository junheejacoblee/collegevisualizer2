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Delaware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Newark, DE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19,071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$41,400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$17,799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61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$24,572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554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$72,950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$58,846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17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617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047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6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59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99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0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625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45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