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Western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Yuma, AZ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6,374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$8,983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61185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$4,826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4042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$36,857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$32,165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3171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070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8457" cy="164592"/>
          </a:xfrm>
          <a:prstGeom prst="roundRect">
            <a:avLst>
              <a:gd name="adj" fmla="val 41349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8554" cy="164592"/>
          </a:xfrm>
          <a:prstGeom prst="roundRect">
            <a:avLst>
              <a:gd name="adj" fmla="val 5335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3627" cy="164592"/>
          </a:xfrm>
          <a:prstGeom prst="roundRect">
            <a:avLst>
              <a:gd name="adj" fmla="val 6820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157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9863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589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294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Arizona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