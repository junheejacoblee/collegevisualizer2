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Washington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Cheney,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$25,959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$13,886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228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8107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$57,897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43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71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3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3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72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9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97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64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76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