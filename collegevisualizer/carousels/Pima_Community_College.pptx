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Tucson,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$3,405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17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807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75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67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8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9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3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43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74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9827" cy="164592"/>
          </a:xfrm>
          <a:prstGeom prst="roundRect">
            <a:avLst>
              <a:gd name="adj" fmla="val 5238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