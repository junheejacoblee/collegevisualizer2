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Saint Francis-Fort Wayne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Wayne,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05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$25,976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73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$55,362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992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3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0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5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055" cy="164592"/>
          </a:xfrm>
          <a:prstGeom prst="roundRect">
            <a:avLst>
              <a:gd name="adj" fmla="val 5622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18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462" cy="164592"/>
          </a:xfrm>
          <a:prstGeom prst="roundRect">
            <a:avLst>
              <a:gd name="adj" fmla="val 6971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