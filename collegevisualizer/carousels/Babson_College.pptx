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31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887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$123,938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$91,354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5023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79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26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4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9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