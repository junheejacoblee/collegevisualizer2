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International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39,508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$18,964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$9,288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4365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45286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$60,249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$47,768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0590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611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137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674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4347" cy="164592"/>
          </a:xfrm>
          <a:prstGeom prst="roundRect">
            <a:avLst>
              <a:gd name="adj" fmla="val 2941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713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142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856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428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Florida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