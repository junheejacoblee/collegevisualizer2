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Belhaven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Belhaven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Jackson, MS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Belhaven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$30,250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$15,676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565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$26,333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546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Belhaven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$46,440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$38,987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Belhaven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Belhaven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7722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69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17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91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0268" cy="164592"/>
          </a:xfrm>
          <a:prstGeom prst="roundRect">
            <a:avLst>
              <a:gd name="adj" fmla="val 6068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Belhaven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602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481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880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200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Belhaven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Belhaven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