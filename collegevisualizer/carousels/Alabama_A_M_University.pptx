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A &amp; M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854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557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02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612" cy="164592"/>
          </a:xfrm>
          <a:prstGeom prst="roundRect">
            <a:avLst>
              <a:gd name="adj" fmla="val 35301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4862" cy="164592"/>
          </a:xfrm>
          <a:prstGeom prst="roundRect">
            <a:avLst>
              <a:gd name="adj" fmla="val 3855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2298" cy="164592"/>
          </a:xfrm>
          <a:prstGeom prst="roundRect">
            <a:avLst>
              <a:gd name="adj" fmla="val 5059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9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5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Alabama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