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State University of Denver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$30,684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230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806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40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436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535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42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44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8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15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93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33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Metropolitan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