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Wharton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Wharton County Junior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Wharton, TX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4,585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Wharton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$5,904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041672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$4,666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403869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$7,703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Wharton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$44,960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$36,405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Wharton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Wharton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58%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42%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359533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02778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36959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14517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11768" cy="164592"/>
          </a:xfrm>
          <a:prstGeom prst="roundRect">
            <a:avLst>
              <a:gd name="adj" fmla="val 32725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Wharton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12.9%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304459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8061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Wharton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Wharton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