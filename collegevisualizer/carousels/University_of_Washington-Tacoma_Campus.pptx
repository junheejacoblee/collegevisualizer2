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Washington-Tacoma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292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$14,615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362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305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986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98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895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747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94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227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62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861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