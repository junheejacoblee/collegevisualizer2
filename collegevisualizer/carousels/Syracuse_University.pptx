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Syracuse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Syracuse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Syracuse,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1375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15,477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Syracuse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$65,528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$38,793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4937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5746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Syracuse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$79,164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$60,459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Syracuse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Syracuse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72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9168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10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48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02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Syracuse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555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221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034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85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Syracuse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Syracuse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