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Virginia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Virginia Peninsula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Hampton, VA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3,941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Virginia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$11,526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$7,012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41428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27092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Virginia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$37,996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$31,354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Virginia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Virginia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8330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1120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1785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7648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232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Virginia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0543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0949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11599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5286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Virginia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Virginia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