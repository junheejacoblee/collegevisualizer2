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Loudonville,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739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$26,561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292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$76,079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$56,526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74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72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6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3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78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65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17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7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