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Ohio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45,638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$17,339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192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$19,976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8077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$60,409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$51,438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276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489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16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36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69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47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526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05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29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