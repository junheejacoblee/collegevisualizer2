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Rogue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Rogue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Grants Pass, OR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3,559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Rogue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$6,300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46705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$11,042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7130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$17,042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Rogue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$36,845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$33,669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Rogue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Rogue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1953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375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649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0748" cy="164592"/>
          </a:xfrm>
          <a:prstGeom prst="roundRect">
            <a:avLst>
              <a:gd name="adj" fmla="val 36304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Rogue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742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090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768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Rogue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Rogue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