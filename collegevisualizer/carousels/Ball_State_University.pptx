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Muncie,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009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139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$44,394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591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20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06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3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5201" cy="164592"/>
          </a:xfrm>
          <a:prstGeom prst="roundRect">
            <a:avLst>
              <a:gd name="adj" fmla="val 3476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6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0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8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6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