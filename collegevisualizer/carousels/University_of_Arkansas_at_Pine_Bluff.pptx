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 at Pine Bluff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 Bluff,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502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47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$24,202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72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258" cy="164592"/>
          </a:xfrm>
          <a:prstGeom prst="roundRect">
            <a:avLst>
              <a:gd name="adj" fmla="val 25355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080" cy="164592"/>
          </a:xfrm>
          <a:prstGeom prst="roundRect">
            <a:avLst>
              <a:gd name="adj" fmla="val 3234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4456" cy="164592"/>
          </a:xfrm>
          <a:prstGeom prst="roundRect">
            <a:avLst>
              <a:gd name="adj" fmla="val 4912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37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9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3421" cy="164592"/>
          </a:xfrm>
          <a:prstGeom prst="roundRect">
            <a:avLst>
              <a:gd name="adj" fmla="val 4981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