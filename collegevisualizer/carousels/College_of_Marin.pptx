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of Marin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Kentfield,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4,042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$9,334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99910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$12,351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$10,062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3301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$42,654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$35,698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4996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652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057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038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916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564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425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7474" cy="164592"/>
          </a:xfrm>
          <a:prstGeom prst="roundRect">
            <a:avLst>
              <a:gd name="adj" fmla="val 31135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