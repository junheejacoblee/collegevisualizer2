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Michigan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Michigan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Lansing, MI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40,922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Michigan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$43,842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$19,680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78139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10454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Michigan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$67,253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$55,084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Michigan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Michigan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9430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871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149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075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747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Michigan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7043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5439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9022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7819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Michigan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Michigan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