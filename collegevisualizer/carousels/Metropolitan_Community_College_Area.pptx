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Community College Area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Omaha, NE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$4,950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906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$4,982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061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$8,217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679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502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401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0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16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371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274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Metropolitan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