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Pace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York, NY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7,665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$53,290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$30,892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30052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73142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$70,378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$52,767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9201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28774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11537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7006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8015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6831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0698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0358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7359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Pace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