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New Mexico-Main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Albuquerque,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592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47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24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56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2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6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70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96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93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6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40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