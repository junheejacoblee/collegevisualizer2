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Hill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Mobile, AL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3548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$20,449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056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$51,500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37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052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07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7960" cy="164592"/>
          </a:xfrm>
          <a:prstGeom prst="roundRect">
            <a:avLst>
              <a:gd name="adj" fmla="val 2315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6050" cy="164592"/>
          </a:xfrm>
          <a:prstGeom prst="roundRect">
            <a:avLst>
              <a:gd name="adj" fmla="val 6525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675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061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92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1364" cy="164592"/>
          </a:xfrm>
          <a:prstGeom prst="roundRect">
            <a:avLst>
              <a:gd name="adj" fmla="val 7120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