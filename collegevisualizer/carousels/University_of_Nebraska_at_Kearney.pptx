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Nebraska at Kearney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Kearney, NE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104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054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$50,105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$43,241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63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581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7819" cy="164592"/>
          </a:xfrm>
          <a:prstGeom prst="roundRect">
            <a:avLst>
              <a:gd name="adj" fmla="val 23176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3859" cy="164592"/>
          </a:xfrm>
          <a:prstGeom prst="roundRect">
            <a:avLst>
              <a:gd name="adj" fmla="val 2377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818" cy="164592"/>
          </a:xfrm>
          <a:prstGeom prst="roundRect">
            <a:avLst>
              <a:gd name="adj" fmla="val 7982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813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52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8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