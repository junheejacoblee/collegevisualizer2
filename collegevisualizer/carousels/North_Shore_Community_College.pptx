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Shore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Danvers,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707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707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02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28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796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4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8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280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2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1434" cy="164592"/>
          </a:xfrm>
          <a:prstGeom prst="roundRect">
            <a:avLst>
              <a:gd name="adj" fmla="val 2586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