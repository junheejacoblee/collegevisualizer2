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Norwich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Norwich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Northfield, VT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2,428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Norwich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$49,740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$22,257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7577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946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Norwich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$65,575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$59,743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Norwich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Norwich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28%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72%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62614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994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082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90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3552" cy="164592"/>
          </a:xfrm>
          <a:prstGeom prst="roundRect">
            <a:avLst>
              <a:gd name="adj" fmla="val 2236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Norwich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575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641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867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867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Norwich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Norwich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