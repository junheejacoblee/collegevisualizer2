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Gardner-Webb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Gardner-Webb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 Springs,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Gardner-Webb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78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$24,222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653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Gardner-Webb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$48,039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$43,996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Gardner-Webb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Gardner-Webb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12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611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81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4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7976" cy="164592"/>
          </a:xfrm>
          <a:prstGeom prst="roundRect">
            <a:avLst>
              <a:gd name="adj" fmla="val 4690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Gardner-Webb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515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19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9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4714" cy="164592"/>
          </a:xfrm>
          <a:prstGeom prst="roundRect">
            <a:avLst>
              <a:gd name="adj" fmla="val 2527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Gardner-Webb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Gardner-Webb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