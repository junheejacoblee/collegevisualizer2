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Charles,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235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555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46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037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1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5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2741" cy="164592"/>
          </a:xfrm>
          <a:prstGeom prst="roundRect">
            <a:avLst>
              <a:gd name="adj" fmla="val 297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0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5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9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7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McNeese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