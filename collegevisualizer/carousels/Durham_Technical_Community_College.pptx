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Technical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$6,594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7411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$1,664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44770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$36,142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$31,129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946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872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6413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668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61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367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56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680" cy="164592"/>
          </a:xfrm>
          <a:prstGeom prst="roundRect">
            <a:avLst>
              <a:gd name="adj" fmla="val 23956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Durham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