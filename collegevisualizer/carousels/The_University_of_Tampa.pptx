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Tampa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Tampa,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708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$24,211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533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$59,436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27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89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2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7840" cy="164592"/>
          </a:xfrm>
          <a:prstGeom prst="roundRect">
            <a:avLst>
              <a:gd name="adj" fmla="val 2317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6205" cy="164592"/>
          </a:xfrm>
          <a:prstGeom prst="roundRect">
            <a:avLst>
              <a:gd name="adj" fmla="val 3443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92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06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5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6296" cy="164592"/>
          </a:xfrm>
          <a:prstGeom prst="roundRect">
            <a:avLst>
              <a:gd name="adj" fmla="val 4794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