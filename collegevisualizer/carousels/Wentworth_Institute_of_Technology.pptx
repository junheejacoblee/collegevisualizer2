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621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160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$82,721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$71,868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5345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82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8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8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5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01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Wentworth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Wentworth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