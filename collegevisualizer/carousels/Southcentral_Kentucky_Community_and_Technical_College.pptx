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Southcentral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Southcentral Kentucky Community and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Bowling Green, KY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3,308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Southcentral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$6,432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50863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$3,537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7951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$10,175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Southcentral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$34,242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$32,195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Southcentral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Southcentral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7374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468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267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72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48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Southcentral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551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137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Southcentral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Southcentral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