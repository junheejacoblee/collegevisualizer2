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$57,056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206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997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$62,832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$42,799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111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1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8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34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7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98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9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