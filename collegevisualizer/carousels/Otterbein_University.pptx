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Otterbein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Otterbein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Westerville,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Otterbein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$35,548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$19,237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475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0257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Otterbein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$53,313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$44,539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Otterbein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Otterbein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940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549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97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68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22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Otterbein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873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724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493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493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Otterbein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Otterbein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