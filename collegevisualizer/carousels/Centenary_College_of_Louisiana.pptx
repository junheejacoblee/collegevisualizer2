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 College of Louisiana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Shreveport, LA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55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007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$50,330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95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92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25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44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6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2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9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Centenary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