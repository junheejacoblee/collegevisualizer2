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Raleigh,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693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966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89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97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79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4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4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3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8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5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