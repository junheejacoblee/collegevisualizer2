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College of Denver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Denver, CO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5,096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$17,136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$9,450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8850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$12,495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9369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$39,095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$36,412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4041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2744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101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950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63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882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519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3806" cy="164592"/>
          </a:xfrm>
          <a:prstGeom prst="roundRect">
            <a:avLst>
              <a:gd name="adj" fmla="val 27335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0354" cy="164592"/>
          </a:xfrm>
          <a:prstGeom prst="roundRect">
            <a:avLst>
              <a:gd name="adj" fmla="val 36447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