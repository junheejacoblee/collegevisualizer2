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American University of Puerto Rico-Ponce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Mercedita, PR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$5,780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54131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$9,026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$6,375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80292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$26,721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$22,276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5345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139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734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