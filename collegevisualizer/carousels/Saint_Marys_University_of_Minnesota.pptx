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Mary's University of Minnesota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Winona,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$11,704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3033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926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$58,170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$54,549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93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53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73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06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3709" cy="164592"/>
          </a:xfrm>
          <a:prstGeom prst="roundRect">
            <a:avLst>
              <a:gd name="adj" fmla="val 681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776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303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95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