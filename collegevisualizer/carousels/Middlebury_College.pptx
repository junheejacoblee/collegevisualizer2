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Middlebury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Middlebury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Middlebury, VT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2,738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Middlebury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$67,600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$31,483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4822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$13,857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81348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Middlebury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$76,310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$57,291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Middlebury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Middlebury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0213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566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675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652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998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Middlebury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186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032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Middlebury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Middlebury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