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Caltech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Institute of Technology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Pasadena, CA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Caltech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$65,898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$16,075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96806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Caltech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$128,566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$132,140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+-3%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Caltech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94944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7043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Caltech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61979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1688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0172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0323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393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Caltech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5371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3421" cy="164592"/>
          </a:xfrm>
          <a:prstGeom prst="roundRect">
            <a:avLst>
              <a:gd name="adj" fmla="val 49817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Caltech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Caltech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