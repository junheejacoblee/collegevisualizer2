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Technical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221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$6,570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463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44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584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64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61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68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066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94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87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Springfield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