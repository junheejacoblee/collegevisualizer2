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$30,592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844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$25,442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004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$59,159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294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52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07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8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7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Hampton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