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Minneapolis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Minneapolis Community and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Minneapolis,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Minneapolis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$6,161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3618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529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$17,954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Minneapolis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Minneapolis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Minneapolis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99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784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393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349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588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Minneapolis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47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035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Minneapolis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Minneapolis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