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Dover, DE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494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31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78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0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0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30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653" cy="164592"/>
          </a:xfrm>
          <a:prstGeom prst="roundRect">
            <a:avLst>
              <a:gd name="adj" fmla="val 7517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09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08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8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0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Delaware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