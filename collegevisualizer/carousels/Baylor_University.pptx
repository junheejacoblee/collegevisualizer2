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Baylor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Baylor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Waco, TX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1329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1329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14,785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Baylor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$58,100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$41,104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807591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$23,000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571005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Baylor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$65,793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$56,532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+16%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Baylor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Baylor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59%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41%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436057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22136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59952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8272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35762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Baylor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25.6%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57432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19.8%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87110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6.7%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37704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2.9%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17015" cy="164592"/>
          </a:xfrm>
          <a:prstGeom prst="roundRect">
            <a:avLst>
              <a:gd name="adj" fmla="val 31258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Baylor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Baylor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2026-06-11T21:08:36Z</dcterms:created>
  <dcterms:modified xsi:type="dcterms:W3CDTF">2026-06-11T21:08:36Z</dcterms:modified>
</cp:coreProperties>
</file>