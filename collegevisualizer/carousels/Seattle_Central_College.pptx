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Central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999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165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14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98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34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13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68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6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0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