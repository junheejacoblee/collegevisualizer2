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Temple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Philadelphia, PA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20,970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$38,958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$28,198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7241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$24,395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8502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$63,727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$50,860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2445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1003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5722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11815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797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965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3407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109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331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