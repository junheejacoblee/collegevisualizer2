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Central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Dodge, IA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$7,788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096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6528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$42,046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$35,830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25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93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163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529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137" cy="164592"/>
          </a:xfrm>
          <a:prstGeom prst="roundRect">
            <a:avLst>
              <a:gd name="adj" fmla="val 5615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651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3030" cy="164592"/>
          </a:xfrm>
          <a:prstGeom prst="roundRect">
            <a:avLst>
              <a:gd name="adj" fmla="val 39316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Iowa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