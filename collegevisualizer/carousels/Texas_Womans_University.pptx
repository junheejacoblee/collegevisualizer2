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Woman's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161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703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$56,544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92%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3213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10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00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99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2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16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6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6509" cy="164592"/>
          </a:xfrm>
          <a:prstGeom prst="roundRect">
            <a:avLst>
              <a:gd name="adj" fmla="val 2337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