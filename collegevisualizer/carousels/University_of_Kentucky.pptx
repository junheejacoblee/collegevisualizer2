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Kentucky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Lexington,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12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154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$59,025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44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92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2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9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91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7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646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