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Skidmore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Skidmore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Saratoga Springs,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2,694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Skidmore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$67,290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$32,297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0474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15003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Skidmore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$69,363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$46,923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Skidmore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Skidmore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7084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760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861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783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802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Skidmore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6968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831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Skidmore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Skidmore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