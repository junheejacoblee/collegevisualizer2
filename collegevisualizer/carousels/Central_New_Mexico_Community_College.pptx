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New Mexico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Albuquerque, NM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15,203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$4,621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1174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$6,612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2161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$36,869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$32,460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4765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379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47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17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3381" cy="164592"/>
          </a:xfrm>
          <a:prstGeom prst="roundRect">
            <a:avLst>
              <a:gd name="adj" fmla="val 274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592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360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724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7201" cy="164592"/>
          </a:xfrm>
          <a:prstGeom prst="roundRect">
            <a:avLst>
              <a:gd name="adj" fmla="val 2875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