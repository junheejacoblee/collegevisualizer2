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Misericordia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Misericordia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1,672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Misericordia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$40,370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$37,485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68489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$26,973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5152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Misericordia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$64,313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$55,910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Misericordia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Misericordia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0939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335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38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14481" cy="164592"/>
          </a:xfrm>
          <a:prstGeom prst="roundRect">
            <a:avLst>
              <a:gd name="adj" fmla="val 31949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Misericordia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730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52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2029" cy="164592"/>
          </a:xfrm>
          <a:prstGeom prst="roundRect">
            <a:avLst>
              <a:gd name="adj" fmla="val 2575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9401" cy="164592"/>
          </a:xfrm>
          <a:prstGeom prst="roundRect">
            <a:avLst>
              <a:gd name="adj" fmla="val 7403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Misericordia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Misericordia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