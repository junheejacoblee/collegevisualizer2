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Lincroft,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5337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$11,231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1418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$34,658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789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61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28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469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724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753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422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03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894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Brookdale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