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Bernardino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Bernardino,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129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98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1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77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9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52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5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7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8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