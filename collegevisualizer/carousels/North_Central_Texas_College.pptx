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Central Texas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Gainesville,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5,863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$5,739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02446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$6,587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2359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$45,809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$38,779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6591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4720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333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508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890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7146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125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