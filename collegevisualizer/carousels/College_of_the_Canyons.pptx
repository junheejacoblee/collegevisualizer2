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the Canyons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Clarita,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15,832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$3,702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406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$9,612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810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$49,022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$37,697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682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473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914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33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126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657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014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627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6680" cy="164592"/>
          </a:xfrm>
          <a:prstGeom prst="roundRect">
            <a:avLst>
              <a:gd name="adj" fmla="val 3428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