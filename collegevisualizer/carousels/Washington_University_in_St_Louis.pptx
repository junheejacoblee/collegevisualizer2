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University in St. Louis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Louis, MO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$65,790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141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556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$86,182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$78,073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589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83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78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11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477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42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72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017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5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Washington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