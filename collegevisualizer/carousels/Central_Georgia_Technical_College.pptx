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Georgia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Warner Robins,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848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$7,052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127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$9,608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$30,848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$29,831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4447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677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25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7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2998" cy="164592"/>
          </a:xfrm>
          <a:prstGeom prst="roundRect">
            <a:avLst>
              <a:gd name="adj" fmla="val 3551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99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616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65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