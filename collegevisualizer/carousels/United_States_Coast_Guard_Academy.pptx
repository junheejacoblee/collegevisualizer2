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States Coast Guard Academy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London, CT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12934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8089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460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875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99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68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2299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68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United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United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