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Fayetteville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Fayetteville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Fayetteville, NC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5,762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Fayetteville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$8,353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44206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$7,892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6248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$22,987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Fayetteville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$40,144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$37,831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Fayetteville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Fayetteville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4679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032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356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96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9697" cy="164592"/>
          </a:xfrm>
          <a:prstGeom prst="roundRect">
            <a:avLst>
              <a:gd name="adj" fmla="val 4589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Fayetteville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803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121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160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720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Fayetteville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Fayetteville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