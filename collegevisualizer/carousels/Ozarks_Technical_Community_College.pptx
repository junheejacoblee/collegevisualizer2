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Ozarks Technical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334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332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$10,453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751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9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1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6914" cy="164592"/>
          </a:xfrm>
          <a:prstGeom prst="roundRect">
            <a:avLst>
              <a:gd name="adj" fmla="val 2331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9519" cy="164592"/>
          </a:xfrm>
          <a:prstGeom prst="roundRect">
            <a:avLst>
              <a:gd name="adj" fmla="val 3675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88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57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03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Ozarks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Ozarks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