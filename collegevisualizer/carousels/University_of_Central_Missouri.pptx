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Central Missouri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Warrensburg,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$18,600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149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329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$49,560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28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23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33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32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359" cy="164592"/>
          </a:xfrm>
          <a:prstGeom prst="roundRect">
            <a:avLst>
              <a:gd name="adj" fmla="val 5054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401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941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9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4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