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Norbert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Pere,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87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$26,731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273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44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2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8008" cy="164592"/>
          </a:xfrm>
          <a:prstGeom prst="roundRect">
            <a:avLst>
              <a:gd name="adj" fmla="val 30995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904" cy="164592"/>
          </a:xfrm>
          <a:prstGeom prst="roundRect">
            <a:avLst>
              <a:gd name="adj" fmla="val 3895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272" cy="164592"/>
          </a:xfrm>
          <a:prstGeom prst="roundRect">
            <a:avLst>
              <a:gd name="adj" fmla="val 5780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44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2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6180" cy="164592"/>
          </a:xfrm>
          <a:prstGeom prst="roundRect">
            <a:avLst>
              <a:gd name="adj" fmla="val 2502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