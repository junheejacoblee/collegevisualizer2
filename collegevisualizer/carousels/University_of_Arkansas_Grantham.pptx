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Arkansas Grantham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Rock,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2,833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399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1285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$21,956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$63,496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$26,870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1636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717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560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36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1245" cy="164592"/>
          </a:xfrm>
          <a:prstGeom prst="roundRect">
            <a:avLst>
              <a:gd name="adj" fmla="val 513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86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6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