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Central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Orlando,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59,146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$22,467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89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13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74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89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42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2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4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73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52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2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20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