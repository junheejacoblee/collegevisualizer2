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Upland,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370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092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$45,142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45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5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78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4956" cy="164592"/>
          </a:xfrm>
          <a:prstGeom prst="roundRect">
            <a:avLst>
              <a:gd name="adj" fmla="val 2360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7156" cy="164592"/>
          </a:xfrm>
          <a:prstGeom prst="roundRect">
            <a:avLst>
              <a:gd name="adj" fmla="val 2876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2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46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8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99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Taylor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