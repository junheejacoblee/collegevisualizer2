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Technological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Houghton,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$42,988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$14,182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092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$24,990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069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$78,198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$69,672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6829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7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6303" cy="164592"/>
          </a:xfrm>
          <a:prstGeom prst="roundRect">
            <a:avLst>
              <a:gd name="adj" fmla="val 2340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9027" cy="164592"/>
          </a:xfrm>
          <a:prstGeom prst="roundRect">
            <a:avLst>
              <a:gd name="adj" fmla="val 4108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0078" cy="164592"/>
          </a:xfrm>
          <a:prstGeom prst="roundRect">
            <a:avLst>
              <a:gd name="adj" fmla="val 730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225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5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9727" cy="164592"/>
          </a:xfrm>
          <a:prstGeom prst="roundRect">
            <a:avLst>
              <a:gd name="adj" fmla="val 3055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3809" cy="164592"/>
          </a:xfrm>
          <a:prstGeom prst="roundRect">
            <a:avLst>
              <a:gd name="adj" fmla="val 4364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Michigan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