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Point,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593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551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638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838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107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8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8047" cy="164592"/>
          </a:xfrm>
          <a:prstGeom prst="roundRect">
            <a:avLst>
              <a:gd name="adj" fmla="val 2314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51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7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