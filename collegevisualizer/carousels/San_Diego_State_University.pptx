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587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910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89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19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90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46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9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5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08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4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7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