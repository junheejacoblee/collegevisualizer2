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Indiana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Indiana University-Southeast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Albany, IN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1072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1072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3,170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$22,811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$7,888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372298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$19,684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42448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$47,596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$42,290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62%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38%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608237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1981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0377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3494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14367" cy="164592"/>
          </a:xfrm>
          <a:prstGeom prst="roundRect">
            <a:avLst>
              <a:gd name="adj" fmla="val 31981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23.5%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58630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89229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6.3%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3906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99144" cy="164592"/>
          </a:xfrm>
          <a:prstGeom prst="roundRect">
            <a:avLst>
              <a:gd name="adj" fmla="val 3689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Indiana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