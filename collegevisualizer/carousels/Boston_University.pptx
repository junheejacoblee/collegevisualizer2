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18,248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$68,102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$24,402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2197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35484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$83,238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$65,655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699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477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752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627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081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898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674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513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675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Boston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