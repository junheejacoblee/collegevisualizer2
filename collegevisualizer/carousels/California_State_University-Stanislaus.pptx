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State University-Stanislaus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Turlock,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8,385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$20,846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5498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$13,540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7763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$63,188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$47,793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827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204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846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27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63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623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038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54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358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