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Georgia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Dahlonega,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16,146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896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961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34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34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8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0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1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15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13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80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9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