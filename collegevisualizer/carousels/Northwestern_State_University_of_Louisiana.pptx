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Northwestern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Northwestern State University of Louisiana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Natchitoches, LA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5,519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$19,652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195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$13,606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5981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$47,021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$39,485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14158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345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967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768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1751" cy="164592"/>
          </a:xfrm>
          <a:prstGeom prst="roundRect">
            <a:avLst>
              <a:gd name="adj" fmla="val 4474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086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8272" cy="164592"/>
          </a:xfrm>
          <a:prstGeom prst="roundRect">
            <a:avLst>
              <a:gd name="adj" fmla="val 2645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9136" cy="164592"/>
          </a:xfrm>
          <a:prstGeom prst="roundRect">
            <a:avLst>
              <a:gd name="adj" fmla="val 5290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Northwestern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