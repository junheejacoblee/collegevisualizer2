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1,751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$45,174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$30,587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8704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0603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$48,036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$43,692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111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6206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993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12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97765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636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757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Springfield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Springfield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