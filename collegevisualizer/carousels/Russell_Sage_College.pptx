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Sage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$22,917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830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8767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$58,316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$51,139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957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444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457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1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1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77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95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Russell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