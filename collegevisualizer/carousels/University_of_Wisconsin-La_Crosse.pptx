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Wisconsin-La Crosse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Crosse,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$19,517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423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5908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$60,378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$49,626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30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36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4282" cy="164592"/>
          </a:xfrm>
          <a:prstGeom prst="roundRect">
            <a:avLst>
              <a:gd name="adj" fmla="val 2535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2284" cy="164592"/>
          </a:xfrm>
          <a:prstGeom prst="roundRect">
            <a:avLst>
              <a:gd name="adj" fmla="val 3963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009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38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2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0154" cy="164592"/>
          </a:xfrm>
          <a:prstGeom prst="roundRect">
            <a:avLst>
              <a:gd name="adj" fmla="val 2435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