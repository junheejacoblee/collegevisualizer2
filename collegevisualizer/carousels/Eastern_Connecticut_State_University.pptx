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Connecticut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Willimantic, CT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3,418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$17,428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85208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$21,067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44760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$56,469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$47,289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1924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551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787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01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5992" cy="164592"/>
          </a:xfrm>
          <a:prstGeom prst="roundRect">
            <a:avLst>
              <a:gd name="adj" fmla="val 2505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718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377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192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857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