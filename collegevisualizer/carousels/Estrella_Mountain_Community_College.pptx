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Mountain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Avondale,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010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$12,254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288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$39,357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64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20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5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5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7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291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46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Estrella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