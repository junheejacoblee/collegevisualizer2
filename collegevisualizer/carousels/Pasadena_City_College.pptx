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Pasadena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Pasadena City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Pasadena, CA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21,466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Pasadena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$9,820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$3,864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561534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$6,651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687828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Pasadena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$43,937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$32,759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+34%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Pasadena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Pasadena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54%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46%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132279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02157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36953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7920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32820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Pasadena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14.1%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99793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12.7%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22750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5.2%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25966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6524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Pasadena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Pasadena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