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Marysville,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454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33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95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06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09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72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9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15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4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Yuba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