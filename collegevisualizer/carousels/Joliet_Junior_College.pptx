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Joliet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Joliet Junior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Joliet,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9,306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Joliet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$13,800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$1,672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48082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$9,711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9261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Joliet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$42,889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$36,334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Joliet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Joliet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3663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003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501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751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18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Joliet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812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934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Joliet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Joliet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