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Highlands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335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911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40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110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73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9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902" cy="164592"/>
          </a:xfrm>
          <a:prstGeom prst="roundRect">
            <a:avLst>
              <a:gd name="adj" fmla="val 3589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40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