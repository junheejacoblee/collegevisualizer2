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75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90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25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7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44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7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16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69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3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1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