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 County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 Lake,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$14,399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08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$6,260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253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$45,143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$36,496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19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76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1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21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0040" cy="164592"/>
          </a:xfrm>
          <a:prstGeom prst="roundRect">
            <a:avLst>
              <a:gd name="adj" fmla="val 2285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39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46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8684" cy="164592"/>
          </a:xfrm>
          <a:prstGeom prst="roundRect">
            <a:avLst>
              <a:gd name="adj" fmla="val 2637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McHenry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McHenry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