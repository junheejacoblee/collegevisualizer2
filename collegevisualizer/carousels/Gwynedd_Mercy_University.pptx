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Mercy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Valley,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$27,483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183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727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404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75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3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9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0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31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965" cy="164592"/>
          </a:xfrm>
          <a:prstGeom prst="roundRect">
            <a:avLst>
              <a:gd name="adj" fmla="val 3266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Gwynedd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Gwynedd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