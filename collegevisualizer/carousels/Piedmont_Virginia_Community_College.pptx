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Virginia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Charlottesville,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$11,510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$5,963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5596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0168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$40,752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243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65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28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13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084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19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49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158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Piedmont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Piedmont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