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Wofford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Wofford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Spartanburg, SC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Wofford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$56,005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273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$25,732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233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Wofford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$68,964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Wofford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Wofford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879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4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3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5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1018" cy="164592"/>
          </a:xfrm>
          <a:prstGeom prst="roundRect">
            <a:avLst>
              <a:gd name="adj" fmla="val 2791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Wofford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628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8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59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Wofford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Wofford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