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$15,419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379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093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31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75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3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6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4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1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7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48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Emporia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