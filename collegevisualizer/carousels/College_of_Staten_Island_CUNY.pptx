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Staten Island CUNY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Staten Island,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339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883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63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852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96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19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0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35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313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17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46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