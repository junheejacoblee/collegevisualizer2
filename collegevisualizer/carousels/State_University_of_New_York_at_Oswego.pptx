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University of New York at Oswego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Oswego,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608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58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$57,566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86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4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2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7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116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5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6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8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