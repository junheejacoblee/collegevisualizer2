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Harford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Harford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 Air, MD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3,696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Harford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$8,832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57213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$9,234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73472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$9,812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Harford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$44,608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$36,741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Harford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Harford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8359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164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990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661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579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Harford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192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640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091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9128" cy="164592"/>
          </a:xfrm>
          <a:prstGeom prst="roundRect">
            <a:avLst>
              <a:gd name="adj" fmla="val 33517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Harford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Harford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