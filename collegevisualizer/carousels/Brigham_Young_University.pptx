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Young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Provo, UT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32,952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053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$11,069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23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$75,790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902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4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9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410" cy="164592"/>
          </a:xfrm>
          <a:prstGeom prst="roundRect">
            <a:avLst>
              <a:gd name="adj" fmla="val 4492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854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311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091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44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