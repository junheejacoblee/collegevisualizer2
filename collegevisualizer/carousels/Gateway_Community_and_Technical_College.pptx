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Community and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830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11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$10,711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09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4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4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5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9528" cy="164592"/>
          </a:xfrm>
          <a:prstGeom prst="roundRect">
            <a:avLst>
              <a:gd name="adj" fmla="val 7384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91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3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