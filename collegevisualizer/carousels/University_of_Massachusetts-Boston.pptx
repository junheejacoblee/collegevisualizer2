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Massachusetts-Boston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431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73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$65,865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46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58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39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78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2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307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62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13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82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