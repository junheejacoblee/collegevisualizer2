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Puerto Rico at Cayey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Cayey, PR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2,069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$5,354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08798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$10,176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4992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$30,958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$21,819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5665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342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7207" cy="164592"/>
          </a:xfrm>
          <a:prstGeom prst="roundRect">
            <a:avLst>
              <a:gd name="adj" fmla="val 4194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