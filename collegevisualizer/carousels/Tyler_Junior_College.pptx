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Junior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927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766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02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43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409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02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575" cy="164592"/>
          </a:xfrm>
          <a:prstGeom prst="roundRect">
            <a:avLst>
              <a:gd name="adj" fmla="val 3033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339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1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1631" cy="164592"/>
          </a:xfrm>
          <a:prstGeom prst="roundRect">
            <a:avLst>
              <a:gd name="adj" fmla="val 3598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816" cy="164592"/>
          </a:xfrm>
          <a:prstGeom prst="roundRect">
            <a:avLst>
              <a:gd name="adj" fmla="val 7197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Tyler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