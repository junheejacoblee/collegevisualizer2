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Oneonta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Oneonta,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4,643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$19,781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228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$19,158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83749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$19,812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$60,386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$49,723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1344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245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176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687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8628" cy="164592"/>
          </a:xfrm>
          <a:prstGeom prst="roundRect">
            <a:avLst>
              <a:gd name="adj" fmla="val 3083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259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223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247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976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