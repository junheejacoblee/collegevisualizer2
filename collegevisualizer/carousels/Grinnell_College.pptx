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Grinnell, IA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$68,106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283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197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$62,830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19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33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8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0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1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59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56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Grinnell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