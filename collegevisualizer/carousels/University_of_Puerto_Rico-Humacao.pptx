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Puerto Rico-Humacao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Humacao, PR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2,529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$5,364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67944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$12,675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72203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$29,521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$20,013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86273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10636" cy="164592"/>
          </a:xfrm>
          <a:prstGeom prst="roundRect">
            <a:avLst>
              <a:gd name="adj" fmla="val 33060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895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503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27403" cy="164592"/>
          </a:xfrm>
          <a:prstGeom prst="roundRect">
            <a:avLst>
              <a:gd name="adj" fmla="val 28709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