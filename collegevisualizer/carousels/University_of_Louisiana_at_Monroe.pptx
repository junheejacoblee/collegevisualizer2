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Louisiana at Monroe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Monroe, LA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5,022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$21,290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2973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$13,466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8557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$46,769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$40,430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3229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8258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777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407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72460" cy="164592"/>
          </a:xfrm>
          <a:prstGeom prst="roundRect">
            <a:avLst>
              <a:gd name="adj" fmla="val 5047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601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773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849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04013" cy="164592"/>
          </a:xfrm>
          <a:prstGeom prst="roundRect">
            <a:avLst>
              <a:gd name="adj" fmla="val 35165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