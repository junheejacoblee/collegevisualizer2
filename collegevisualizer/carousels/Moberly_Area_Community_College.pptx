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Moberly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Moberly Area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Moberly,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Moberly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170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3569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$10,658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Moberly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$33,563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Moberly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Moberly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33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543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44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3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1421" cy="164592"/>
          </a:xfrm>
          <a:prstGeom prst="roundRect">
            <a:avLst>
              <a:gd name="adj" fmla="val 3606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Moberly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117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9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58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Moberly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Moberly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