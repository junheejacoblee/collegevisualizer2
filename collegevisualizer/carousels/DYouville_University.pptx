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07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95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$66,942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$63,804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256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33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7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3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9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D'Youville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D'Youville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