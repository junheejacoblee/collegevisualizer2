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Davids,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$26,662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554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836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91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45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52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7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5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7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8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3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54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