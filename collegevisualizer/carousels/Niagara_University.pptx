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Niagara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Niagara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Niagara University,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2,653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Niagara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$39,345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$17,248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3970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$25,475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6951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Niagara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$56,196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$48,289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Niagara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Niagara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5462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165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74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721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0750" cy="164592"/>
          </a:xfrm>
          <a:prstGeom prst="roundRect">
            <a:avLst>
              <a:gd name="adj" fmla="val 2598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Niagara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977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239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449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Niagara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Niagara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