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Alamance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Alamance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Graham,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Alamance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751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Alamance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$34,241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$29,841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Alamance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Alamance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383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508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63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84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6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Alamance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66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7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4621" cy="164592"/>
          </a:xfrm>
          <a:prstGeom prst="roundRect">
            <a:avLst>
              <a:gd name="adj" fmla="val 4322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Alamance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Alamance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