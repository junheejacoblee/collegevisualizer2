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University of New York at Plattsburgh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Plattsburgh,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$18,945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470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120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$21,196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$56,403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$48,089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46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095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736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96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9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016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0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03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127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