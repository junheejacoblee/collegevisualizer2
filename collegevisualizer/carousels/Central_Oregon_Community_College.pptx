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Oregon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$13,545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9376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158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836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92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57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1185" cy="164592"/>
          </a:xfrm>
          <a:prstGeom prst="roundRect">
            <a:avLst>
              <a:gd name="adj" fmla="val 4011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8389" cy="164592"/>
          </a:xfrm>
          <a:prstGeom prst="roundRect">
            <a:avLst>
              <a:gd name="adj" fmla="val 5348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089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096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0818" cy="164592"/>
          </a:xfrm>
          <a:prstGeom prst="roundRect">
            <a:avLst>
              <a:gd name="adj" fmla="val 2597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