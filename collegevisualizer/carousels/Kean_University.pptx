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11,433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$22,446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83126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$12,447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2455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$57,237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$46,603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1721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364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448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761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31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726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814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799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343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