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Memphis,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$28,585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633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$21,761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121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$66,651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$48,898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997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6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4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7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5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887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26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603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Rhodes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