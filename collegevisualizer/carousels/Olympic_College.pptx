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Olympic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Olympic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Bremerton,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Olympic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210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718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Olympic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Olympic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Olympic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359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918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902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91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115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Olympic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52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5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58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Olympic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Olympic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