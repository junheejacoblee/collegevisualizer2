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Park,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5869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279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$18,618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$58,169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099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605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333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38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13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274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529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9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94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Governors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