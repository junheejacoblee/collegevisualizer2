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Massachusetts-Amherst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Amherst, MA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23,671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60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$22,763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333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$71,631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02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8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32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4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0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7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9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47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336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