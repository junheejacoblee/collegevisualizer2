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551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569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650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68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06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79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618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366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87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2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Tacoma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