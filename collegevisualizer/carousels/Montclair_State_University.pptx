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Montclair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Montclair State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Montclair, NJ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1070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1070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18,376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Montclair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$26,022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$15,566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373899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$22,000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355119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Montclair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$61,415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$47,944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+28%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Montclair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Montclair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59%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41%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393737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323123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35009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62398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24918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Montclair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20.9%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79627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5.0%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66886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54146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3.4%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42998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2.7%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Montclair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Montclair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2026-06-11T21:08:36Z</dcterms:created>
  <dcterms:modified xsi:type="dcterms:W3CDTF">2026-06-11T21:08:36Z</dcterms:modified>
</cp:coreProperties>
</file>