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Salisbury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Salisbury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Salisbury, MD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6,057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Salisbury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$22,174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$17,743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7547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75838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Salisbury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$61,515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$51,926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Salisbury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Salisbury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7605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531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97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993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7421" cy="164592"/>
          </a:xfrm>
          <a:prstGeom prst="roundRect">
            <a:avLst>
              <a:gd name="adj" fmla="val 2323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Salisbury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467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903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268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443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Salisbury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Salisbury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