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the Redwoods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9447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$8,080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215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$36,243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$31,896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519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006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269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2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0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386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48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62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5909" cy="164592"/>
          </a:xfrm>
          <a:prstGeom prst="roundRect">
            <a:avLst>
              <a:gd name="adj" fmla="val 5549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