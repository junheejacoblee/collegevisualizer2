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Montevallo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Montevallo, AL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2,151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$26,968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$17,683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60215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53173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$42,957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$35,406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4707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03223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830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2967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02269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92972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8925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4172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