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Massasoit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Massasoit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Brockton,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Massasoit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532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4544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Massasoit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$46,111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$38,606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Massasoit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Massasoit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05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595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172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39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14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Massasoit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377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656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69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43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Massasoit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Massasoit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