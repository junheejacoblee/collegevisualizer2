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Carolina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Greenville, NC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19,896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$23,638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$15,739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64236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$22,750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81941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$55,146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$46,420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0909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1113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081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920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768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3988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295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198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148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East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