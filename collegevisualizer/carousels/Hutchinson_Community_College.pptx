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369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316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$9,773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69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7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4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4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6341" cy="164592"/>
          </a:xfrm>
          <a:prstGeom prst="roundRect">
            <a:avLst>
              <a:gd name="adj" fmla="val 6491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0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593" cy="164592"/>
          </a:xfrm>
          <a:prstGeom prst="roundRect">
            <a:avLst>
              <a:gd name="adj" fmla="val 6954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Hutchinson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Hutchinson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