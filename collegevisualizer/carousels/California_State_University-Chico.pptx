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University-Chico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70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$16,552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72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$64,172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08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31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4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0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7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1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35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03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44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