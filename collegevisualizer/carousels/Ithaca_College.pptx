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46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789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$63,548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61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5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9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08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77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18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33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2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1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Ithaca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