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University-East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Richmond,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150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315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534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21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92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52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1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99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91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9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9779" cy="164592"/>
          </a:xfrm>
          <a:prstGeom prst="roundRect">
            <a:avLst>
              <a:gd name="adj" fmla="val 2442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