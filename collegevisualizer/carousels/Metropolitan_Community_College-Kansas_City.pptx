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Metropolitan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Metropolitan Community College-Kansas City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Kansas City, MO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10,649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Metropolitan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$9,600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78214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$8,398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30859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$10,073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Metropolitan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$40,796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$35,026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Metropolitan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Metropolitan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9692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3458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2162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167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341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Metropolitan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407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313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875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Metropolitan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Metropolitan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