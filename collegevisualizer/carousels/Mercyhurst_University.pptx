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Mercyhurst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Mercyhurst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Erie, PA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2,191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Mercyhurst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$45,770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$19,444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68589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$25,305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19407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Mercyhurst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$47,452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$39,565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Mercyhurst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Mercyhurst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2359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180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150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87677" cy="164592"/>
          </a:xfrm>
          <a:prstGeom prst="roundRect">
            <a:avLst>
              <a:gd name="adj" fmla="val 41717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Mercyhurst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028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044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873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170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Mercyhurst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Mercyhurst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