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Truman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Truman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Kirksville, MO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$18,566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0852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1511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$56,280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$43,966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7663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14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29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5718" cy="164592"/>
          </a:xfrm>
          <a:prstGeom prst="roundRect">
            <a:avLst>
              <a:gd name="adj" fmla="val 2909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3620" cy="164592"/>
          </a:xfrm>
          <a:prstGeom prst="roundRect">
            <a:avLst>
              <a:gd name="adj" fmla="val 3906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614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190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966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711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Truman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