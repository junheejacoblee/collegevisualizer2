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Touro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071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$29,627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824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783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484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24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28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0602" cy="164592"/>
          </a:xfrm>
          <a:prstGeom prst="roundRect">
            <a:avLst>
              <a:gd name="adj" fmla="val 3307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721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41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2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