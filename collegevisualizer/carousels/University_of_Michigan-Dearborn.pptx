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Michigan-Dearborn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Dearborn,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450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143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$59,649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$50,389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856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028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333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3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52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095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979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75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639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