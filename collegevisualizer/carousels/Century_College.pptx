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Century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Century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Bear Lake, MN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6,280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Century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$6,214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73054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$10,906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3722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Century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$46,424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$41,959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Century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Century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2706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9293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967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198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973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Century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7338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4193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2416" cy="164592"/>
          </a:xfrm>
          <a:prstGeom prst="roundRect">
            <a:avLst>
              <a:gd name="adj" fmla="val 6978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Century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Century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