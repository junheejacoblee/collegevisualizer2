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 City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11,198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905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9378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$36,190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$28,854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667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07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780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674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41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771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760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007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5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