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279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981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$71,353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$60,252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383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827" cy="164592"/>
          </a:xfrm>
          <a:prstGeom prst="roundRect">
            <a:avLst>
              <a:gd name="adj" fmla="val 7647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83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9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9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Yeshiva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Yeshiva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