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Minnesota-Crookston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Crookston, MN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1,729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$13,288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7236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$12,212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6406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$58,056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$51,905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496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554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02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463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297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655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45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3766" cy="164592"/>
          </a:xfrm>
          <a:prstGeom prst="roundRect">
            <a:avLst>
              <a:gd name="adj" fmla="val 27343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