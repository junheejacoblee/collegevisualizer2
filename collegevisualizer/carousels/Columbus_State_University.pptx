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878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018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51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247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1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55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4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47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26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29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3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Columbus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