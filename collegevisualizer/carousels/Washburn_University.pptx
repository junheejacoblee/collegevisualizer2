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Topeka,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9458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$18,127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3390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$42,881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337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374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088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68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3818" cy="164592"/>
          </a:xfrm>
          <a:prstGeom prst="roundRect">
            <a:avLst>
              <a:gd name="adj" fmla="val 4954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73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91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4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7858" cy="164592"/>
          </a:xfrm>
          <a:prstGeom prst="roundRect">
            <a:avLst>
              <a:gd name="adj" fmla="val 4697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Washburn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Washburn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