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Connecticut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Haven, CT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$27,378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232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251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01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56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14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4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4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5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5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8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48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