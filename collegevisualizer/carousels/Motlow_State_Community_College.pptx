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Motlow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Motlow State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Tullahoma, TN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3,962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Motlow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$17,722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$15,742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52511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Motlow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$40,397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$35,751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Motlow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Motlow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0997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247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657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046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912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Motlow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5796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365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Motlow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Motlow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