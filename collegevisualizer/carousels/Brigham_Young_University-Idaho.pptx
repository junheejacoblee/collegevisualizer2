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Young University-Idaho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Rexburg, ID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44,397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636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55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$13,969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43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6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864" cy="164592"/>
          </a:xfrm>
          <a:prstGeom prst="roundRect">
            <a:avLst>
              <a:gd name="adj" fmla="val 27738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072" cy="164592"/>
          </a:xfrm>
          <a:prstGeom prst="roundRect">
            <a:avLst>
              <a:gd name="adj" fmla="val 6641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418" cy="164592"/>
          </a:xfrm>
          <a:prstGeom prst="roundRect">
            <a:avLst>
              <a:gd name="adj" fmla="val 725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7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9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9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2620" cy="164592"/>
          </a:xfrm>
          <a:prstGeom prst="roundRect">
            <a:avLst>
              <a:gd name="adj" fmla="val 5036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